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9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0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58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17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30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5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58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95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234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5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25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2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169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172.21.15.130/rt_wiki/index.php/Main_Page#TV_SOC" TargetMode="External"/><Relationship Id="rId2" Type="http://schemas.openxmlformats.org/officeDocument/2006/relationships/hyperlink" Target="http://172.21.15.130/rt_wiki/index.php/Gerrit_related_materia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172.21.15.130/rt_wiki/index.php/Merlin2_Kernel-related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172.21.15.130/rt_wiki/index.php/Git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MEMC TV SET</a:t>
            </a:r>
            <a:r>
              <a:rPr lang="zh-CN" altLang="en-US" dirty="0" smtClean="0"/>
              <a:t>入门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84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PQL</a:t>
            </a:r>
            <a:r>
              <a:rPr lang="zh-CN" altLang="en-US" dirty="0" smtClean="0"/>
              <a:t>结构</a:t>
            </a:r>
            <a:endParaRPr lang="en-US" altLang="zh-CN" dirty="0" smtClean="0"/>
          </a:p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操作相关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90293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PQL</a:t>
            </a:r>
            <a:r>
              <a:rPr lang="zh-CN" altLang="en-US" dirty="0" smtClean="0"/>
              <a:t>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600200"/>
            <a:ext cx="8856984" cy="4525963"/>
          </a:xfrm>
        </p:spPr>
        <p:txBody>
          <a:bodyPr>
            <a:normAutofit/>
          </a:bodyPr>
          <a:lstStyle/>
          <a:p>
            <a:r>
              <a:rPr lang="en-US" altLang="zh-CN" sz="2800" dirty="0" smtClean="0"/>
              <a:t>path</a:t>
            </a:r>
          </a:p>
          <a:p>
            <a:r>
              <a:rPr lang="en-US" altLang="zh-CN" sz="2800" dirty="0" err="1" smtClean="0"/>
              <a:t>memc</a:t>
            </a:r>
            <a:r>
              <a:rPr lang="en-US" altLang="zh-CN" sz="2800" dirty="0" smtClean="0"/>
              <a:t> </a:t>
            </a:r>
            <a:r>
              <a:rPr lang="en-US" altLang="zh-CN" sz="2800" dirty="0" err="1"/>
              <a:t>pql</a:t>
            </a:r>
            <a:r>
              <a:rPr lang="en-US" altLang="zh-CN" sz="2800" dirty="0"/>
              <a:t> .c</a:t>
            </a:r>
            <a:r>
              <a:rPr lang="zh-CN" altLang="en-US" sz="2800" dirty="0" smtClean="0"/>
              <a:t>位置</a:t>
            </a:r>
            <a:r>
              <a:rPr lang="en-US" altLang="zh-CN" sz="2800" dirty="0" smtClean="0"/>
              <a:t> </a:t>
            </a:r>
          </a:p>
          <a:p>
            <a:pPr lvl="1"/>
            <a:r>
              <a:rPr lang="en-US" altLang="zh-CN" sz="2400" dirty="0" err="1" smtClean="0"/>
              <a:t>xxxxxxx</a:t>
            </a:r>
            <a:r>
              <a:rPr lang="en-US" altLang="zh-CN" sz="2400" dirty="0" smtClean="0"/>
              <a:t>/kernel/</a:t>
            </a:r>
            <a:r>
              <a:rPr lang="en-US" altLang="zh-CN" sz="2400" dirty="0" err="1" smtClean="0"/>
              <a:t>linux</a:t>
            </a:r>
            <a:r>
              <a:rPr lang="en-US" altLang="zh-CN" sz="2400" dirty="0" smtClean="0"/>
              <a:t>/linux-4.4.3/drivers/</a:t>
            </a:r>
            <a:r>
              <a:rPr lang="en-US" altLang="zh-CN" sz="2400" dirty="0" err="1" smtClean="0"/>
              <a:t>rtk_kdriver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memc_isr</a:t>
            </a:r>
            <a:r>
              <a:rPr lang="en-US" altLang="zh-CN" sz="2400" dirty="0"/>
              <a:t>/		</a:t>
            </a:r>
          </a:p>
          <a:p>
            <a:r>
              <a:rPr lang="en-US" altLang="zh-CN" sz="2800" dirty="0" err="1" smtClean="0"/>
              <a:t>memc</a:t>
            </a:r>
            <a:r>
              <a:rPr lang="en-US" altLang="zh-CN" sz="2800" dirty="0" smtClean="0"/>
              <a:t> </a:t>
            </a:r>
            <a:r>
              <a:rPr lang="en-US" altLang="zh-CN" sz="2800" dirty="0" err="1"/>
              <a:t>pql</a:t>
            </a:r>
            <a:r>
              <a:rPr lang="en-US" altLang="zh-CN" sz="2800" dirty="0"/>
              <a:t> .h</a:t>
            </a:r>
            <a:r>
              <a:rPr lang="zh-CN" altLang="en-US" sz="2800" dirty="0" smtClean="0"/>
              <a:t>位置</a:t>
            </a:r>
            <a:endParaRPr lang="en-US" altLang="zh-CN" sz="2800" dirty="0"/>
          </a:p>
          <a:p>
            <a:pPr lvl="1"/>
            <a:r>
              <a:rPr lang="en-US" altLang="zh-CN" sz="2400" dirty="0" err="1" smtClean="0"/>
              <a:t>xxxxxxx</a:t>
            </a:r>
            <a:r>
              <a:rPr lang="en-US" altLang="zh-CN" sz="2400" dirty="0" smtClean="0"/>
              <a:t>/kernel/</a:t>
            </a:r>
            <a:r>
              <a:rPr lang="en-US" altLang="zh-CN" sz="2400" dirty="0" err="1" smtClean="0"/>
              <a:t>linux</a:t>
            </a:r>
            <a:r>
              <a:rPr lang="en-US" altLang="zh-CN" sz="2400" dirty="0" smtClean="0"/>
              <a:t>/linux-4.4.3/drivers/</a:t>
            </a:r>
            <a:r>
              <a:rPr lang="en-US" altLang="zh-CN" sz="2400" dirty="0" err="1" smtClean="0"/>
              <a:t>rtk_kdriver</a:t>
            </a:r>
            <a:r>
              <a:rPr lang="en-US" altLang="zh-CN" sz="2400" dirty="0" smtClean="0"/>
              <a:t>/include/</a:t>
            </a:r>
            <a:r>
              <a:rPr lang="en-US" altLang="zh-CN" sz="2400" dirty="0" err="1" smtClean="0"/>
              <a:t>rtk_kdriver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memc_isr</a:t>
            </a:r>
            <a:r>
              <a:rPr lang="en-US" altLang="zh-CN" sz="2400" dirty="0" smtClean="0"/>
              <a:t>/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613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PQL</a:t>
            </a:r>
            <a:r>
              <a:rPr lang="zh-CN" altLang="en-US" dirty="0"/>
              <a:t>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085184"/>
            <a:ext cx="8229600" cy="144016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zh-CN" altLang="en-US" dirty="0" smtClean="0"/>
              <a:t>粗略区分：</a:t>
            </a:r>
            <a:endParaRPr lang="en-US" altLang="zh-CN" dirty="0" smtClean="0"/>
          </a:p>
          <a:p>
            <a:r>
              <a:rPr lang="en-US" altLang="zh-CN" dirty="0" err="1" smtClean="0"/>
              <a:t>scalerMEMC.c</a:t>
            </a:r>
            <a:r>
              <a:rPr lang="en-US" altLang="zh-CN" dirty="0" smtClean="0"/>
              <a:t>: </a:t>
            </a:r>
            <a:r>
              <a:rPr lang="zh-CN" altLang="en-US" dirty="0" smtClean="0"/>
              <a:t>跟上层沟通</a:t>
            </a:r>
            <a:endParaRPr lang="en-US" altLang="zh-CN" dirty="0" smtClean="0"/>
          </a:p>
          <a:p>
            <a:r>
              <a:rPr lang="en-US" altLang="zh-CN" dirty="0" smtClean="0"/>
              <a:t>Interrupt processing function: PQ</a:t>
            </a:r>
            <a:r>
              <a:rPr lang="zh-CN" altLang="en-US" dirty="0" smtClean="0"/>
              <a:t>相关需要设定的</a:t>
            </a:r>
            <a:r>
              <a:rPr lang="en-US" altLang="zh-CN" dirty="0" smtClean="0"/>
              <a:t>function</a:t>
            </a:r>
          </a:p>
          <a:p>
            <a:r>
              <a:rPr lang="en-US" altLang="zh-CN" dirty="0" err="1" smtClean="0"/>
              <a:t>Mid_xxxx.c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hal_xxxx.c</a:t>
            </a:r>
            <a:r>
              <a:rPr lang="en-US" altLang="zh-CN" dirty="0" smtClean="0"/>
              <a:t> : timing</a:t>
            </a:r>
            <a:r>
              <a:rPr lang="zh-CN" altLang="en-US" dirty="0" smtClean="0"/>
              <a:t>等系统点亮必要的设定</a:t>
            </a:r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MEMC</a:t>
            </a:r>
            <a:r>
              <a:rPr lang="zh-CN" altLang="en-US" dirty="0" smtClean="0"/>
              <a:t>以外或</a:t>
            </a:r>
            <a:r>
              <a:rPr lang="en-US" altLang="zh-CN" dirty="0" err="1" smtClean="0"/>
              <a:t>memc_lib.c</a:t>
            </a:r>
            <a:r>
              <a:rPr lang="zh-CN" altLang="en-US" dirty="0" smtClean="0"/>
              <a:t>这一级的变量要传给最底层的</a:t>
            </a:r>
            <a:r>
              <a:rPr lang="en-US" altLang="zh-CN" dirty="0" smtClean="0"/>
              <a:t>interrupt processing function</a:t>
            </a:r>
            <a:r>
              <a:rPr lang="zh-CN" altLang="en-US" dirty="0" smtClean="0"/>
              <a:t>用，尽量通过</a:t>
            </a:r>
            <a:r>
              <a:rPr lang="en-US" altLang="zh-CN" dirty="0" err="1" smtClean="0"/>
              <a:t>PQL_Command</a:t>
            </a:r>
            <a:r>
              <a:rPr lang="zh-CN" altLang="en-US" dirty="0" smtClean="0"/>
              <a:t>传递，保证</a:t>
            </a:r>
            <a:r>
              <a:rPr lang="en-US" altLang="zh-CN" dirty="0" smtClean="0"/>
              <a:t>code</a:t>
            </a:r>
            <a:r>
              <a:rPr lang="zh-CN" altLang="en-US" dirty="0" smtClean="0"/>
              <a:t>架构清晰可读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74014"/>
            <a:ext cx="2016224" cy="22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396279"/>
              </p:ext>
            </p:extLst>
          </p:nvPr>
        </p:nvGraphicFramePr>
        <p:xfrm>
          <a:off x="2411760" y="1451921"/>
          <a:ext cx="5690121" cy="3418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Visio" r:id="rId4" imgW="6625969" imgH="3980710" progId="Visio.Drawing.11">
                  <p:embed/>
                </p:oleObj>
              </mc:Choice>
              <mc:Fallback>
                <p:oleObj name="Visio" r:id="rId4" imgW="6625969" imgH="3980710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1760" y="1451921"/>
                        <a:ext cx="5690121" cy="3418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467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PQL</a:t>
            </a:r>
            <a:r>
              <a:rPr lang="zh-CN" altLang="en-US" dirty="0"/>
              <a:t>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CN" altLang="en-US" dirty="0"/>
              <a:t>模块</a:t>
            </a:r>
            <a:r>
              <a:rPr lang="zh-CN" altLang="en-US" dirty="0" smtClean="0"/>
              <a:t>功能性的：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Dh_close.c</a:t>
            </a:r>
            <a:r>
              <a:rPr lang="en-US" altLang="zh-CN" dirty="0" smtClean="0"/>
              <a:t>	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dehalo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FBlevelCtrl.c</a:t>
            </a:r>
            <a:r>
              <a:rPr lang="en-US" altLang="zh-CN" dirty="0" smtClean="0"/>
              <a:t>	</a:t>
            </a:r>
            <a:r>
              <a:rPr lang="zh-CN" altLang="en-US" dirty="0" smtClean="0"/>
              <a:t>：</a:t>
            </a:r>
            <a:r>
              <a:rPr lang="en-US" altLang="zh-CN" dirty="0" smtClean="0"/>
              <a:t>fallback</a:t>
            </a:r>
          </a:p>
          <a:p>
            <a:pPr lvl="1"/>
            <a:r>
              <a:rPr lang="en-US" altLang="zh-CN" dirty="0" err="1" smtClean="0"/>
              <a:t>FilmDetectCtrl.c</a:t>
            </a:r>
            <a:r>
              <a:rPr lang="en-US" altLang="zh-CN" dirty="0"/>
              <a:t> 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</a:t>
            </a:r>
            <a:r>
              <a:rPr lang="en-US" altLang="zh-CN" dirty="0" smtClean="0"/>
              <a:t>film detect</a:t>
            </a:r>
          </a:p>
          <a:p>
            <a:pPr lvl="1"/>
            <a:r>
              <a:rPr lang="en-US" altLang="zh-CN" dirty="0" err="1" smtClean="0"/>
              <a:t>FRC_phTable.c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FRC_decPhT_generate.c</a:t>
            </a:r>
            <a:r>
              <a:rPr lang="en-US" altLang="zh-CN" dirty="0" smtClean="0"/>
              <a:t>  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phasetable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FRC_LogoDetect.c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logo process</a:t>
            </a:r>
          </a:p>
          <a:p>
            <a:pPr lvl="1"/>
            <a:r>
              <a:rPr lang="en-US" altLang="zh-CN" dirty="0" err="1" smtClean="0"/>
              <a:t>RimCtrl.c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rim process</a:t>
            </a:r>
          </a:p>
          <a:p>
            <a:pPr lvl="1"/>
            <a:r>
              <a:rPr lang="en-US" altLang="zh-CN" dirty="0" err="1" smtClean="0"/>
              <a:t>Mc_lbmcSwitch.c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singleup</a:t>
            </a:r>
            <a:r>
              <a:rPr lang="en-US" altLang="zh-CN" dirty="0" smtClean="0"/>
              <a:t>/down process</a:t>
            </a:r>
          </a:p>
          <a:p>
            <a:pPr lvl="1"/>
            <a:r>
              <a:rPr lang="en-US" altLang="zh-CN" dirty="0" err="1" smtClean="0"/>
              <a:t>PQL_context_ReadParam.c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read</a:t>
            </a:r>
            <a:r>
              <a:rPr lang="zh-CN" altLang="en-US" dirty="0" smtClean="0"/>
              <a:t>可调整变量的</a:t>
            </a:r>
            <a:r>
              <a:rPr lang="en-US" altLang="zh-CN" dirty="0" smtClean="0"/>
              <a:t>register</a:t>
            </a:r>
          </a:p>
          <a:p>
            <a:pPr lvl="1"/>
            <a:r>
              <a:rPr lang="en-US" altLang="zh-CN" dirty="0" err="1" smtClean="0"/>
              <a:t>Read_ComReg.c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read read-only register</a:t>
            </a:r>
          </a:p>
          <a:p>
            <a:pPr lvl="1"/>
            <a:r>
              <a:rPr lang="en-US" altLang="zh-CN" dirty="0" err="1" smtClean="0"/>
              <a:t>Write_ComReg.c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write </a:t>
            </a:r>
            <a:r>
              <a:rPr lang="zh-CN" altLang="en-US" dirty="0" smtClean="0"/>
              <a:t>可调整</a:t>
            </a:r>
            <a:r>
              <a:rPr lang="en-US" altLang="zh-CN" dirty="0" smtClean="0"/>
              <a:t>register</a:t>
            </a:r>
          </a:p>
          <a:p>
            <a:r>
              <a:rPr lang="en-US" altLang="zh-CN" dirty="0" smtClean="0"/>
              <a:t>Patch</a:t>
            </a:r>
            <a:r>
              <a:rPr lang="zh-CN" altLang="en-US" dirty="0" smtClean="0"/>
              <a:t>相关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FRC_SceneAnalysis.c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MESceneAnalysis.c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Patch_Manage.c</a:t>
            </a:r>
            <a:endParaRPr lang="en-US" altLang="zh-CN" dirty="0" smtClean="0"/>
          </a:p>
          <a:p>
            <a:r>
              <a:rPr lang="zh-CN" altLang="en-US" dirty="0" smtClean="0"/>
              <a:t>两大结构体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PQL_Glb_Param.c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s_pParam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PQLContext.c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s_pContext</a:t>
            </a:r>
            <a:endParaRPr lang="zh-CN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484784"/>
            <a:ext cx="1990725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858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PQL</a:t>
            </a:r>
            <a:r>
              <a:rPr lang="zh-CN" altLang="en-US" dirty="0"/>
              <a:t>结构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03" y="1628229"/>
            <a:ext cx="41719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1628229"/>
            <a:ext cx="42957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7584" y="4797152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pParam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struct</a:t>
            </a:r>
            <a:endParaRPr lang="en-US" altLang="zh-CN" dirty="0" smtClean="0"/>
          </a:p>
          <a:p>
            <a:r>
              <a:rPr lang="zh-CN" altLang="en-US" dirty="0" smtClean="0"/>
              <a:t>大多数可调整的变量放于此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68144" y="4764886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pOutput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struct</a:t>
            </a:r>
            <a:endParaRPr lang="en-US" altLang="zh-CN" dirty="0" smtClean="0"/>
          </a:p>
          <a:p>
            <a:r>
              <a:rPr lang="zh-CN" altLang="en-US" dirty="0" smtClean="0"/>
              <a:t>大多需要互相被用但无需</a:t>
            </a:r>
            <a:r>
              <a:rPr lang="en-US" altLang="zh-CN" dirty="0" smtClean="0"/>
              <a:t>register</a:t>
            </a:r>
            <a:r>
              <a:rPr lang="zh-CN" altLang="en-US" dirty="0" smtClean="0"/>
              <a:t>调整的变量放于此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619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Git</a:t>
            </a:r>
            <a:r>
              <a:rPr lang="zh-CN" altLang="en-US" dirty="0"/>
              <a:t>操作</a:t>
            </a:r>
            <a:r>
              <a:rPr lang="zh-CN" altLang="en-US" dirty="0" smtClean="0"/>
              <a:t>相关</a:t>
            </a:r>
            <a:r>
              <a:rPr lang="en-US" altLang="zh-CN" dirty="0"/>
              <a:t> </a:t>
            </a:r>
            <a:r>
              <a:rPr lang="en-US" altLang="zh-CN" dirty="0" smtClean="0"/>
              <a:t>– project prepare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en-US" altLang="zh-CN" dirty="0" smtClean="0"/>
              <a:t> </a:t>
            </a:r>
            <a:r>
              <a:rPr lang="zh-CN" altLang="en-US" dirty="0" smtClean="0"/>
              <a:t>账号申请，抓</a:t>
            </a:r>
            <a:r>
              <a:rPr lang="en-US" altLang="zh-CN" dirty="0" smtClean="0"/>
              <a:t>project</a:t>
            </a:r>
          </a:p>
          <a:p>
            <a:pPr lvl="1"/>
            <a:r>
              <a:rPr lang="en-US" altLang="zh-CN" dirty="0" smtClean="0">
                <a:hlinkClick r:id="rId2"/>
              </a:rPr>
              <a:t>http://172.21.15.130/rt_wiki/index.php/Gerrit_related_material</a:t>
            </a:r>
            <a:endParaRPr lang="en-US" altLang="zh-CN" dirty="0" smtClean="0"/>
          </a:p>
          <a:p>
            <a:r>
              <a:rPr lang="zh-CN" altLang="en-US" dirty="0" smtClean="0"/>
              <a:t>不同</a:t>
            </a:r>
            <a:r>
              <a:rPr lang="en-US" altLang="zh-CN" dirty="0" smtClean="0"/>
              <a:t>project</a:t>
            </a:r>
            <a:r>
              <a:rPr lang="zh-CN" altLang="en-US" dirty="0" smtClean="0"/>
              <a:t>到哪里抓</a:t>
            </a:r>
            <a:r>
              <a:rPr lang="en-US" altLang="zh-CN" dirty="0" smtClean="0"/>
              <a:t>source code from </a:t>
            </a:r>
            <a:r>
              <a:rPr lang="en-US" altLang="zh-CN" dirty="0" err="1" smtClean="0"/>
              <a:t>git</a:t>
            </a:r>
            <a:endParaRPr lang="en-US" altLang="zh-CN" dirty="0" smtClean="0"/>
          </a:p>
          <a:p>
            <a:pPr lvl="1"/>
            <a:r>
              <a:rPr lang="en-US" altLang="zh-CN" dirty="0">
                <a:hlinkClick r:id="rId3"/>
              </a:rPr>
              <a:t>http://</a:t>
            </a:r>
            <a:r>
              <a:rPr lang="en-US" altLang="zh-CN" dirty="0" smtClean="0">
                <a:hlinkClick r:id="rId3"/>
              </a:rPr>
              <a:t>172.21.15.130/rt_wiki/index.php/Main_Page#TV_SOC</a:t>
            </a:r>
            <a:endParaRPr lang="en-US" altLang="zh-CN" dirty="0" smtClean="0"/>
          </a:p>
          <a:p>
            <a:r>
              <a:rPr lang="zh-CN" altLang="en-US" dirty="0" smtClean="0"/>
              <a:t>具体要实际尝试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87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操作相关</a:t>
            </a:r>
            <a:r>
              <a:rPr lang="en-US" altLang="zh-CN" dirty="0" smtClean="0"/>
              <a:t>– </a:t>
            </a:r>
            <a:r>
              <a:rPr lang="en-US" altLang="zh-CN" dirty="0"/>
              <a:t>project prepare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Merlin2</a:t>
            </a:r>
            <a:r>
              <a:rPr lang="zh-CN" altLang="en-US" dirty="0" smtClean="0"/>
              <a:t>举例</a:t>
            </a:r>
            <a:endParaRPr lang="en-US" altLang="zh-CN" dirty="0" smtClean="0"/>
          </a:p>
          <a:p>
            <a:r>
              <a:rPr lang="en-US" altLang="zh-CN" dirty="0" smtClean="0"/>
              <a:t>MEMC</a:t>
            </a:r>
            <a:r>
              <a:rPr lang="zh-CN" altLang="en-US" dirty="0" smtClean="0"/>
              <a:t>部分在</a:t>
            </a:r>
            <a:r>
              <a:rPr lang="en-US" altLang="zh-CN" dirty="0" smtClean="0"/>
              <a:t>kernel</a:t>
            </a:r>
            <a:r>
              <a:rPr lang="zh-CN" altLang="en-US" dirty="0" smtClean="0"/>
              <a:t>，所以要抓</a:t>
            </a:r>
            <a:r>
              <a:rPr lang="en-US" altLang="zh-CN" dirty="0" smtClean="0"/>
              <a:t>kernel</a:t>
            </a:r>
            <a:r>
              <a:rPr lang="zh-CN" altLang="en-US" dirty="0" smtClean="0"/>
              <a:t>部分的</a:t>
            </a:r>
            <a:r>
              <a:rPr lang="en-US" altLang="zh-CN" dirty="0" smtClean="0"/>
              <a:t>code</a:t>
            </a:r>
          </a:p>
          <a:p>
            <a:pPr lvl="1"/>
            <a:r>
              <a:rPr lang="en-US" altLang="zh-CN" dirty="0">
                <a:hlinkClick r:id="rId2"/>
              </a:rPr>
              <a:t>http://</a:t>
            </a:r>
            <a:r>
              <a:rPr lang="en-US" altLang="zh-CN" dirty="0" smtClean="0">
                <a:hlinkClick r:id="rId2"/>
              </a:rPr>
              <a:t>172.21.15.130/rt_wiki/index.php/Merlin2_Kernel-related</a:t>
            </a:r>
            <a:endParaRPr lang="en-US" altLang="zh-CN" dirty="0" smtClean="0"/>
          </a:p>
          <a:p>
            <a:r>
              <a:rPr lang="zh-CN" altLang="en-US" dirty="0" smtClean="0"/>
              <a:t>直接抓取会花很久时间，如果有人已经</a:t>
            </a:r>
            <a:r>
              <a:rPr lang="en-US" altLang="zh-CN" dirty="0" smtClean="0"/>
              <a:t>download</a:t>
            </a:r>
            <a:r>
              <a:rPr lang="zh-CN" altLang="en-US" dirty="0" smtClean="0"/>
              <a:t>过，可以直接</a:t>
            </a:r>
            <a:r>
              <a:rPr lang="en-US" altLang="zh-CN" dirty="0" smtClean="0"/>
              <a:t>copy</a:t>
            </a:r>
            <a:r>
              <a:rPr lang="zh-CN" altLang="en-US" dirty="0" smtClean="0"/>
              <a:t>过来，把其中跟账户相关的</a:t>
            </a:r>
            <a:r>
              <a:rPr lang="en-US" altLang="zh-CN" dirty="0" err="1" smtClean="0"/>
              <a:t>config</a:t>
            </a:r>
            <a:r>
              <a:rPr lang="zh-CN" altLang="en-US" dirty="0" smtClean="0"/>
              <a:t>改成自己的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81" y="5771259"/>
            <a:ext cx="7272808" cy="1086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244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操作相关</a:t>
            </a:r>
            <a:r>
              <a:rPr lang="en-US" altLang="zh-CN" dirty="0" smtClean="0"/>
              <a:t>– Build Project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epk</a:t>
            </a:r>
            <a:r>
              <a:rPr lang="en-US" altLang="zh-CN" dirty="0" smtClean="0"/>
              <a:t> vs </a:t>
            </a:r>
            <a:r>
              <a:rPr lang="en-US" altLang="zh-CN" dirty="0" err="1" smtClean="0"/>
              <a:t>pak</a:t>
            </a:r>
            <a:endParaRPr lang="en-US" altLang="zh-CN" dirty="0" smtClean="0"/>
          </a:p>
          <a:p>
            <a:r>
              <a:rPr lang="en-US" altLang="zh-CN" dirty="0" err="1"/>
              <a:t>epk</a:t>
            </a:r>
            <a:r>
              <a:rPr lang="zh-CN" altLang="en-US" dirty="0" smtClean="0"/>
              <a:t>是整个</a:t>
            </a:r>
            <a:r>
              <a:rPr lang="en-US" altLang="zh-CN" dirty="0" smtClean="0"/>
              <a:t>IC</a:t>
            </a:r>
            <a:r>
              <a:rPr lang="zh-CN" altLang="en-US" dirty="0" smtClean="0"/>
              <a:t>的系统，包括上层</a:t>
            </a:r>
            <a:r>
              <a:rPr lang="en-US" altLang="zh-CN" dirty="0" err="1" smtClean="0"/>
              <a:t>webos</a:t>
            </a:r>
            <a:r>
              <a:rPr lang="en-US" altLang="zh-CN" dirty="0" smtClean="0"/>
              <a:t> </a:t>
            </a:r>
            <a:r>
              <a:rPr lang="zh-CN" altLang="en-US" dirty="0" smtClean="0"/>
              <a:t>和 底层各</a:t>
            </a:r>
            <a:r>
              <a:rPr lang="en-US" altLang="zh-CN" dirty="0" err="1" smtClean="0"/>
              <a:t>ip</a:t>
            </a:r>
            <a:r>
              <a:rPr lang="en-US" altLang="zh-CN" dirty="0" smtClean="0"/>
              <a:t> driver</a:t>
            </a:r>
          </a:p>
          <a:p>
            <a:r>
              <a:rPr lang="en-US" altLang="zh-CN" dirty="0" err="1"/>
              <a:t>pak</a:t>
            </a:r>
            <a:r>
              <a:rPr lang="zh-CN" altLang="en-US" dirty="0" smtClean="0"/>
              <a:t>是某一部分的补丁，比如</a:t>
            </a:r>
            <a:r>
              <a:rPr lang="en-US" altLang="zh-CN" dirty="0" smtClean="0"/>
              <a:t>video </a:t>
            </a:r>
            <a:r>
              <a:rPr lang="en-US" altLang="zh-CN" dirty="0" err="1" smtClean="0"/>
              <a:t>fw</a:t>
            </a:r>
            <a:r>
              <a:rPr lang="zh-CN" altLang="en-US" dirty="0" smtClean="0"/>
              <a:t>就可以独立编译成一个</a:t>
            </a:r>
            <a:r>
              <a:rPr lang="en-US" altLang="zh-CN" dirty="0" err="1" smtClean="0"/>
              <a:t>pak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381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操作相关</a:t>
            </a:r>
            <a:r>
              <a:rPr lang="en-US" altLang="zh-CN" dirty="0" smtClean="0"/>
              <a:t>– Build Project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merlin2</a:t>
            </a:r>
            <a:r>
              <a:rPr lang="zh-CN" altLang="en-US" dirty="0" smtClean="0"/>
              <a:t>举例，</a:t>
            </a:r>
            <a:r>
              <a:rPr lang="en-US" altLang="zh-CN" dirty="0" err="1" smtClean="0"/>
              <a:t>epk</a:t>
            </a:r>
            <a:r>
              <a:rPr lang="zh-CN" altLang="en-US" dirty="0" smtClean="0"/>
              <a:t>路径：</a:t>
            </a:r>
            <a:endParaRPr lang="en-US" altLang="zh-CN" dirty="0" smtClean="0"/>
          </a:p>
          <a:p>
            <a:r>
              <a:rPr lang="en-US" altLang="zh-CN" dirty="0"/>
              <a:t>[2016/02/15] - K3Lp</a:t>
            </a:r>
          </a:p>
          <a:p>
            <a:r>
              <a:rPr lang="en-US" altLang="zh-CN" dirty="0" smtClean="0"/>
              <a:t>* </a:t>
            </a:r>
            <a:r>
              <a:rPr lang="en-US" altLang="zh-CN" dirty="0"/>
              <a:t>TW site </a:t>
            </a:r>
          </a:p>
          <a:p>
            <a:r>
              <a:rPr lang="en-US" altLang="zh-CN" dirty="0" smtClean="0"/>
              <a:t>\\</a:t>
            </a:r>
            <a:r>
              <a:rPr lang="en-US" altLang="zh-CN" dirty="0"/>
              <a:t>172.22.1.23\mm_data\TVQC_ADB\Daily_Build\Merlin2\SyncFromGN\Jenkins_Build\Clean_Build_Verify_Build\starfish_verifications\clean-engineering-starfish-k3lp-build\1864</a:t>
            </a:r>
          </a:p>
          <a:p>
            <a:r>
              <a:rPr lang="en-US" altLang="zh-CN" dirty="0" smtClean="0"/>
              <a:t>* </a:t>
            </a:r>
            <a:r>
              <a:rPr lang="en-US" altLang="zh-CN" dirty="0"/>
              <a:t>PT site</a:t>
            </a:r>
          </a:p>
          <a:p>
            <a:r>
              <a:rPr lang="en-US" altLang="zh-CN" dirty="0" smtClean="0"/>
              <a:t>\\10.19.31.224\Data_Bak\Merlin2\Jenkins_Build\Clean_Build_Verify_Build\starfish_verifications\clean-engineering-starfish-k3lp-build\1864 </a:t>
            </a:r>
          </a:p>
        </p:txBody>
      </p:sp>
    </p:spTree>
    <p:extLst>
      <p:ext uri="{BB962C8B-B14F-4D97-AF65-F5344CB8AC3E}">
        <p14:creationId xmlns:p14="http://schemas.microsoft.com/office/powerpoint/2010/main" val="26180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操作相关</a:t>
            </a:r>
            <a:r>
              <a:rPr lang="en-US" altLang="zh-CN" dirty="0" smtClean="0"/>
              <a:t>– Build Project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merlin2</a:t>
            </a:r>
            <a:r>
              <a:rPr lang="zh-CN" altLang="en-US" dirty="0" smtClean="0"/>
              <a:t>为例，因为</a:t>
            </a:r>
            <a:r>
              <a:rPr lang="en-US" altLang="zh-CN" dirty="0" smtClean="0"/>
              <a:t>MEMC FW</a:t>
            </a:r>
            <a:r>
              <a:rPr lang="zh-CN" altLang="en-US" dirty="0" smtClean="0"/>
              <a:t>在</a:t>
            </a:r>
            <a:r>
              <a:rPr lang="en-US" altLang="zh-CN" dirty="0" smtClean="0"/>
              <a:t>kernel</a:t>
            </a:r>
            <a:r>
              <a:rPr lang="zh-CN" altLang="en-US" dirty="0" smtClean="0"/>
              <a:t>部分，所以要</a:t>
            </a:r>
            <a:r>
              <a:rPr lang="en-US" altLang="zh-CN" dirty="0" smtClean="0"/>
              <a:t>compile kernel.</a:t>
            </a:r>
          </a:p>
          <a:p>
            <a:r>
              <a:rPr lang="zh-CN" altLang="en-US" dirty="0" smtClean="0"/>
              <a:t>共两部分：</a:t>
            </a:r>
            <a:endParaRPr lang="en-US" altLang="zh-CN" dirty="0" smtClean="0"/>
          </a:p>
          <a:p>
            <a:pPr lvl="1"/>
            <a:r>
              <a:rPr lang="en-US" altLang="zh-CN" dirty="0" err="1"/>
              <a:t>xxxxxxx</a:t>
            </a:r>
            <a:r>
              <a:rPr lang="en-US" altLang="zh-CN" dirty="0"/>
              <a:t>/kernel/</a:t>
            </a:r>
            <a:r>
              <a:rPr lang="en-US" altLang="zh-CN" dirty="0" err="1"/>
              <a:t>linux</a:t>
            </a:r>
            <a:r>
              <a:rPr lang="en-US" altLang="zh-CN" dirty="0"/>
              <a:t>/linux-4.4.3</a:t>
            </a:r>
            <a:r>
              <a:rPr lang="en-US" altLang="zh-CN" dirty="0" smtClean="0"/>
              <a:t>/</a:t>
            </a:r>
          </a:p>
          <a:p>
            <a:pPr lvl="2"/>
            <a:r>
              <a:rPr lang="en-US" altLang="zh-CN" dirty="0" smtClean="0"/>
              <a:t>Linux</a:t>
            </a:r>
            <a:r>
              <a:rPr lang="zh-CN" altLang="en-US" dirty="0" smtClean="0"/>
              <a:t>系统所在</a:t>
            </a:r>
            <a:endParaRPr lang="en-US" altLang="zh-CN" dirty="0" smtClean="0"/>
          </a:p>
          <a:p>
            <a:pPr lvl="1"/>
            <a:r>
              <a:rPr lang="en-US" altLang="zh-CN" dirty="0" err="1"/>
              <a:t>xxxxxxx</a:t>
            </a:r>
            <a:r>
              <a:rPr lang="en-US" altLang="zh-CN" dirty="0"/>
              <a:t>/kernel/</a:t>
            </a:r>
            <a:r>
              <a:rPr lang="en-US" altLang="zh-CN" dirty="0" err="1"/>
              <a:t>linux</a:t>
            </a:r>
            <a:r>
              <a:rPr lang="en-US" altLang="zh-CN" dirty="0"/>
              <a:t>/linux-4.4.3/drivers/</a:t>
            </a:r>
            <a:r>
              <a:rPr lang="en-US" altLang="zh-CN" dirty="0" err="1"/>
              <a:t>rtk_kdriver</a:t>
            </a:r>
            <a:r>
              <a:rPr lang="en-US" altLang="zh-CN" dirty="0" smtClean="0"/>
              <a:t>/</a:t>
            </a:r>
          </a:p>
          <a:p>
            <a:pPr lvl="2"/>
            <a:r>
              <a:rPr lang="en-US" altLang="zh-CN" dirty="0" err="1" smtClean="0"/>
              <a:t>Realtek</a:t>
            </a:r>
            <a:r>
              <a:rPr lang="zh-CN" altLang="en-US" dirty="0" smtClean="0"/>
              <a:t>的</a:t>
            </a:r>
            <a:r>
              <a:rPr lang="en-US" altLang="zh-CN" dirty="0" smtClean="0"/>
              <a:t>driver</a:t>
            </a:r>
            <a:r>
              <a:rPr lang="zh-CN" altLang="en-US" dirty="0" smtClean="0"/>
              <a:t>所在，</a:t>
            </a:r>
            <a:r>
              <a:rPr lang="en-US" altLang="zh-CN" dirty="0" err="1" smtClean="0"/>
              <a:t>memc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fw</a:t>
            </a:r>
            <a:r>
              <a:rPr lang="zh-CN" altLang="en-US" dirty="0" smtClean="0"/>
              <a:t>就在此</a:t>
            </a:r>
            <a:r>
              <a:rPr lang="en-US" altLang="zh-CN" dirty="0" smtClean="0"/>
              <a:t>folder</a:t>
            </a:r>
            <a:r>
              <a:rPr lang="zh-CN" altLang="en-US" dirty="0" smtClean="0"/>
              <a:t>内</a:t>
            </a:r>
            <a:endParaRPr lang="en-US" altLang="zh-CN" dirty="0" smtClean="0"/>
          </a:p>
          <a:p>
            <a:r>
              <a:rPr lang="zh-CN" altLang="en-US" dirty="0" smtClean="0"/>
              <a:t>上述</a:t>
            </a:r>
            <a:r>
              <a:rPr lang="en-US" altLang="zh-CN" dirty="0" err="1" smtClean="0"/>
              <a:t>xxxxxxx</a:t>
            </a:r>
            <a:r>
              <a:rPr lang="zh-CN" altLang="en-US" dirty="0" smtClean="0"/>
              <a:t>是</a:t>
            </a:r>
            <a:r>
              <a:rPr lang="en-US" altLang="zh-CN" dirty="0" smtClean="0"/>
              <a:t>local</a:t>
            </a:r>
            <a:r>
              <a:rPr lang="zh-CN" altLang="en-US" dirty="0" smtClean="0"/>
              <a:t>的目录</a:t>
            </a:r>
            <a:endParaRPr lang="en-US" altLang="zh-CN" dirty="0" smtClean="0"/>
          </a:p>
          <a:p>
            <a:r>
              <a:rPr lang="zh-CN" altLang="en-US" dirty="0" smtClean="0"/>
              <a:t>上述两部分是两个独立的</a:t>
            </a:r>
            <a:r>
              <a:rPr lang="en-US" altLang="zh-CN" dirty="0" smtClean="0"/>
              <a:t>repository</a:t>
            </a:r>
            <a:r>
              <a:rPr lang="zh-CN" altLang="en-US" dirty="0" smtClean="0"/>
              <a:t>，当需要对齐版本时，需要两边同时</a:t>
            </a:r>
            <a:r>
              <a:rPr lang="en-US" altLang="zh-CN" dirty="0" smtClean="0"/>
              <a:t>check.</a:t>
            </a:r>
          </a:p>
        </p:txBody>
      </p:sp>
    </p:spTree>
    <p:extLst>
      <p:ext uri="{BB962C8B-B14F-4D97-AF65-F5344CB8AC3E}">
        <p14:creationId xmlns:p14="http://schemas.microsoft.com/office/powerpoint/2010/main" val="257746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操作相关</a:t>
            </a:r>
            <a:r>
              <a:rPr lang="en-US" altLang="zh-CN" dirty="0" smtClean="0"/>
              <a:t>– Build Project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CN" altLang="en-US" dirty="0"/>
              <a:t>路径下通常有</a:t>
            </a:r>
            <a:r>
              <a:rPr lang="en-US" altLang="zh-CN" dirty="0"/>
              <a:t>VERSION.txt</a:t>
            </a:r>
            <a:r>
              <a:rPr lang="zh-CN" altLang="en-US" dirty="0" smtClean="0"/>
              <a:t>信息，如</a:t>
            </a:r>
            <a:endParaRPr lang="zh-CN" altLang="en-US" dirty="0"/>
          </a:p>
          <a:p>
            <a:r>
              <a:rPr lang="en-US" altLang="zh-CN" dirty="0"/>
              <a:t>(K3Lx)</a:t>
            </a:r>
            <a:r>
              <a:rPr lang="en-US" altLang="zh-CN" dirty="0">
                <a:solidFill>
                  <a:srgbClr val="FF0000"/>
                </a:solidFill>
              </a:rPr>
              <a:t>1857</a:t>
            </a:r>
            <a:r>
              <a:rPr lang="en-US" altLang="zh-CN" dirty="0"/>
              <a:t>_linux-rockhopper=196 </a:t>
            </a:r>
            <a:r>
              <a:rPr lang="en-US" altLang="zh-CN" dirty="0" err="1"/>
              <a:t>kdriver</a:t>
            </a:r>
            <a:r>
              <a:rPr lang="en-US" altLang="zh-CN" dirty="0"/>
              <a:t>=397 </a:t>
            </a:r>
            <a:r>
              <a:rPr lang="en-US" altLang="zh-CN" dirty="0" err="1"/>
              <a:t>libkadaptor</a:t>
            </a:r>
            <a:r>
              <a:rPr lang="en-US" altLang="zh-CN" dirty="0"/>
              <a:t>=214 </a:t>
            </a:r>
            <a:r>
              <a:rPr lang="en-US" altLang="zh-CN" dirty="0" err="1"/>
              <a:t>bspfw</a:t>
            </a:r>
            <a:r>
              <a:rPr lang="en-US" altLang="zh-CN" dirty="0"/>
              <a:t>=321{</a:t>
            </a:r>
            <a:r>
              <a:rPr lang="en-US" altLang="zh-CN" dirty="0" err="1"/>
              <a:t>boot,secureboot</a:t>
            </a:r>
            <a:r>
              <a:rPr lang="en-US" altLang="zh-CN" dirty="0"/>
              <a:t>}=271,v1.00.49 </a:t>
            </a:r>
            <a:r>
              <a:rPr lang="en-US" altLang="zh-CN" dirty="0" err="1"/>
              <a:t>tzfw</a:t>
            </a:r>
            <a:r>
              <a:rPr lang="en-US" altLang="zh-CN" dirty="0"/>
              <a:t>=270 </a:t>
            </a:r>
            <a:r>
              <a:rPr lang="en-US" altLang="zh-CN" dirty="0" err="1"/>
              <a:t>gpu</a:t>
            </a:r>
            <a:r>
              <a:rPr lang="en-US" altLang="zh-CN" dirty="0"/>
              <a:t>-libs=38,v2.0.34</a:t>
            </a:r>
          </a:p>
          <a:p>
            <a:r>
              <a:rPr lang="en-US" altLang="zh-CN" dirty="0" smtClean="0"/>
              <a:t>EPK</a:t>
            </a:r>
            <a:r>
              <a:rPr lang="zh-CN" altLang="en-US" dirty="0"/>
              <a:t>版号 	</a:t>
            </a:r>
            <a:r>
              <a:rPr lang="en-US" altLang="zh-CN" dirty="0"/>
              <a:t>1857</a:t>
            </a:r>
          </a:p>
          <a:p>
            <a:r>
              <a:rPr lang="en-US" altLang="zh-CN" dirty="0" err="1" smtClean="0"/>
              <a:t>linux</a:t>
            </a:r>
            <a:r>
              <a:rPr lang="zh-CN" altLang="en-US" dirty="0"/>
              <a:t>版号	</a:t>
            </a:r>
            <a:r>
              <a:rPr lang="en-US" altLang="zh-CN" dirty="0"/>
              <a:t>196</a:t>
            </a:r>
          </a:p>
          <a:p>
            <a:r>
              <a:rPr lang="en-US" altLang="zh-CN" dirty="0" err="1" smtClean="0"/>
              <a:t>kdriver</a:t>
            </a:r>
            <a:r>
              <a:rPr lang="en-US" altLang="zh-CN" dirty="0" smtClean="0"/>
              <a:t>(kernel</a:t>
            </a:r>
            <a:r>
              <a:rPr lang="zh-CN" altLang="en-US" dirty="0"/>
              <a:t>部分</a:t>
            </a:r>
            <a:r>
              <a:rPr lang="en-US" altLang="zh-CN" dirty="0"/>
              <a:t>)	397</a:t>
            </a:r>
          </a:p>
          <a:p>
            <a:r>
              <a:rPr lang="en-US" altLang="zh-CN" dirty="0" err="1" smtClean="0"/>
              <a:t>libkadaptor</a:t>
            </a:r>
            <a:r>
              <a:rPr lang="en-US" altLang="zh-CN" dirty="0" smtClean="0"/>
              <a:t>(common</a:t>
            </a:r>
            <a:r>
              <a:rPr lang="zh-CN" altLang="en-US" dirty="0"/>
              <a:t>部分，</a:t>
            </a:r>
            <a:r>
              <a:rPr lang="en-US" altLang="zh-CN" dirty="0"/>
              <a:t>VIP</a:t>
            </a:r>
            <a:r>
              <a:rPr lang="zh-CN" altLang="en-US" dirty="0"/>
              <a:t>相关</a:t>
            </a:r>
            <a:r>
              <a:rPr lang="en-US" altLang="zh-CN" dirty="0"/>
              <a:t>)	214</a:t>
            </a:r>
          </a:p>
          <a:p>
            <a:r>
              <a:rPr lang="en-US" altLang="zh-CN" dirty="0" err="1" smtClean="0"/>
              <a:t>bspfw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videofw</a:t>
            </a:r>
            <a:r>
              <a:rPr lang="zh-CN" altLang="en-US" dirty="0"/>
              <a:t>部分</a:t>
            </a:r>
            <a:r>
              <a:rPr lang="en-US" altLang="zh-CN" dirty="0"/>
              <a:t>)	</a:t>
            </a:r>
            <a:r>
              <a:rPr lang="en-US" altLang="zh-CN" dirty="0" smtClean="0"/>
              <a:t>321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在使用一版</a:t>
            </a:r>
            <a:r>
              <a:rPr lang="en-US" altLang="zh-CN" dirty="0"/>
              <a:t>EPK</a:t>
            </a:r>
            <a:r>
              <a:rPr lang="zh-CN" altLang="en-US" dirty="0"/>
              <a:t>时，相应地各部分用的</a:t>
            </a:r>
            <a:r>
              <a:rPr lang="en-US" altLang="zh-CN" dirty="0"/>
              <a:t>code</a:t>
            </a:r>
            <a:r>
              <a:rPr lang="zh-CN" altLang="en-US" dirty="0"/>
              <a:t>的版本要跟上述</a:t>
            </a:r>
            <a:r>
              <a:rPr lang="en-US" altLang="zh-CN" dirty="0"/>
              <a:t>version</a:t>
            </a:r>
            <a:r>
              <a:rPr lang="zh-CN" altLang="en-US" dirty="0"/>
              <a:t>一致</a:t>
            </a:r>
          </a:p>
          <a:p>
            <a:r>
              <a:rPr lang="zh-CN" altLang="en-US" dirty="0"/>
              <a:t>	主要我们会用到的是 </a:t>
            </a:r>
            <a:r>
              <a:rPr lang="en-US" altLang="zh-CN" dirty="0" err="1"/>
              <a:t>linux-rockhopper</a:t>
            </a:r>
            <a:r>
              <a:rPr lang="zh-CN" altLang="en-US" dirty="0"/>
              <a:t>、</a:t>
            </a:r>
            <a:r>
              <a:rPr lang="en-US" altLang="zh-CN" dirty="0" err="1"/>
              <a:t>kdriver</a:t>
            </a:r>
            <a:r>
              <a:rPr lang="zh-CN" altLang="en-US" dirty="0"/>
              <a:t>、</a:t>
            </a:r>
            <a:r>
              <a:rPr lang="en-US" altLang="zh-CN" dirty="0" err="1"/>
              <a:t>libkadaptor</a:t>
            </a:r>
            <a:r>
              <a:rPr lang="zh-CN" altLang="en-US" dirty="0"/>
              <a:t>、</a:t>
            </a:r>
            <a:r>
              <a:rPr lang="en-US" altLang="zh-CN" dirty="0" err="1"/>
              <a:t>bspfw</a:t>
            </a:r>
            <a:endParaRPr lang="en-US" altLang="zh-CN" dirty="0"/>
          </a:p>
          <a:p>
            <a:r>
              <a:rPr lang="en-US" altLang="zh-CN" dirty="0"/>
              <a:t>	merlin</a:t>
            </a:r>
            <a:r>
              <a:rPr lang="zh-CN" altLang="en-US" dirty="0"/>
              <a:t>中一般只需要关注</a:t>
            </a:r>
            <a:r>
              <a:rPr lang="en-US" altLang="zh-CN" dirty="0" err="1"/>
              <a:t>libadaptor</a:t>
            </a:r>
            <a:r>
              <a:rPr lang="zh-CN" altLang="en-US" dirty="0"/>
              <a:t>和</a:t>
            </a:r>
            <a:r>
              <a:rPr lang="en-US" altLang="zh-CN" dirty="0" err="1"/>
              <a:t>bspfw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merlin2</a:t>
            </a:r>
            <a:r>
              <a:rPr lang="zh-CN" altLang="en-US" dirty="0"/>
              <a:t>中一般需要关注</a:t>
            </a:r>
            <a:r>
              <a:rPr lang="en-US" altLang="zh-CN" dirty="0" err="1"/>
              <a:t>linux-rockhopper</a:t>
            </a:r>
            <a:r>
              <a:rPr lang="zh-CN" altLang="en-US" dirty="0"/>
              <a:t>和</a:t>
            </a:r>
            <a:r>
              <a:rPr lang="en-US" altLang="zh-CN" dirty="0" err="1"/>
              <a:t>kdriver</a:t>
            </a:r>
            <a:r>
              <a:rPr lang="zh-CN" altLang="en-US" dirty="0"/>
              <a:t>，动到</a:t>
            </a:r>
            <a:r>
              <a:rPr lang="en-US" altLang="zh-CN" dirty="0" err="1"/>
              <a:t>videofw</a:t>
            </a:r>
            <a:r>
              <a:rPr lang="zh-CN" altLang="en-US" dirty="0"/>
              <a:t>的部分才需要看</a:t>
            </a:r>
            <a:r>
              <a:rPr lang="en-US" altLang="zh-CN" dirty="0" err="1"/>
              <a:t>libadaptor</a:t>
            </a:r>
            <a:r>
              <a:rPr lang="zh-CN" altLang="en-US" dirty="0"/>
              <a:t>和</a:t>
            </a:r>
            <a:r>
              <a:rPr lang="en-US" altLang="zh-CN" dirty="0" err="1"/>
              <a:t>bspfw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571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操作相关</a:t>
            </a:r>
            <a:r>
              <a:rPr lang="en-US" altLang="zh-CN" dirty="0" smtClean="0"/>
              <a:t>– Build Project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怎么查你的</a:t>
            </a:r>
            <a:r>
              <a:rPr lang="en-US" altLang="zh-CN" dirty="0"/>
              <a:t>code</a:t>
            </a:r>
            <a:r>
              <a:rPr lang="zh-CN" altLang="en-US" dirty="0"/>
              <a:t>在哪一版？</a:t>
            </a:r>
          </a:p>
          <a:p>
            <a:r>
              <a:rPr lang="en-US" altLang="zh-CN" dirty="0" smtClean="0"/>
              <a:t>a</a:t>
            </a:r>
            <a:r>
              <a:rPr lang="en-US" altLang="zh-CN" dirty="0"/>
              <a:t>. </a:t>
            </a:r>
            <a:r>
              <a:rPr lang="zh-CN" altLang="en-US" dirty="0"/>
              <a:t>本地</a:t>
            </a:r>
            <a:r>
              <a:rPr lang="en-US" altLang="zh-CN" dirty="0"/>
              <a:t>log</a:t>
            </a:r>
          </a:p>
          <a:p>
            <a:pPr marL="0" indent="0">
              <a:buNone/>
            </a:pPr>
            <a:r>
              <a:rPr lang="en-US" altLang="zh-CN" dirty="0" smtClean="0"/>
              <a:t>	cd </a:t>
            </a:r>
            <a:r>
              <a:rPr lang="zh-CN" altLang="en-US" dirty="0"/>
              <a:t>到要看的目录</a:t>
            </a:r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en-US" altLang="zh-CN" dirty="0" err="1" smtClean="0"/>
              <a:t>tig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找到</a:t>
            </a:r>
            <a:r>
              <a:rPr lang="zh-CN" altLang="en-US" dirty="0"/>
              <a:t>自己那一版，看前后的</a:t>
            </a:r>
            <a:r>
              <a:rPr lang="en-US" altLang="zh-CN" dirty="0"/>
              <a:t>submissions/xxx</a:t>
            </a:r>
            <a:r>
              <a:rPr lang="zh-CN" altLang="en-US" dirty="0"/>
              <a:t>的</a:t>
            </a:r>
            <a:r>
              <a:rPr lang="en-US" altLang="zh-CN" dirty="0"/>
              <a:t>tag 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b</a:t>
            </a:r>
            <a:r>
              <a:rPr lang="en-US" altLang="zh-CN" dirty="0"/>
              <a:t>. </a:t>
            </a:r>
            <a:r>
              <a:rPr lang="zh-CN" altLang="en-US" dirty="0"/>
              <a:t>网页</a:t>
            </a:r>
            <a:r>
              <a:rPr lang="en-US" altLang="zh-CN" dirty="0"/>
              <a:t>log</a:t>
            </a:r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登录</a:t>
            </a:r>
            <a:r>
              <a:rPr lang="zh-CN" altLang="en-US" dirty="0"/>
              <a:t>进</a:t>
            </a:r>
            <a:r>
              <a:rPr lang="en-US" altLang="zh-CN" dirty="0"/>
              <a:t>https://swfarmhub.lge.com:8100/</a:t>
            </a:r>
          </a:p>
          <a:p>
            <a:pPr marL="0" indent="0">
              <a:buNone/>
            </a:pPr>
            <a:r>
              <a:rPr lang="en-US" altLang="zh-CN" dirty="0" smtClean="0"/>
              <a:t>	Projects-</a:t>
            </a:r>
            <a:r>
              <a:rPr lang="en-US" altLang="zh-CN" dirty="0"/>
              <a:t>&gt;Filter</a:t>
            </a:r>
            <a:r>
              <a:rPr lang="zh-CN" altLang="en-US" dirty="0"/>
              <a:t>，打</a:t>
            </a:r>
            <a:r>
              <a:rPr lang="en-US" altLang="zh-CN" dirty="0" err="1"/>
              <a:t>kdriver</a:t>
            </a:r>
            <a:r>
              <a:rPr lang="zh-CN" altLang="en-US" dirty="0"/>
              <a:t>，找到相应的</a:t>
            </a:r>
            <a:r>
              <a:rPr lang="en-US" altLang="zh-CN" dirty="0"/>
              <a:t>project</a:t>
            </a:r>
            <a:r>
              <a:rPr lang="zh-CN" altLang="en-US" dirty="0"/>
              <a:t>，点</a:t>
            </a:r>
            <a:r>
              <a:rPr lang="en-US" altLang="zh-CN" dirty="0" err="1"/>
              <a:t>gitweb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找</a:t>
            </a:r>
            <a:r>
              <a:rPr lang="en-US" altLang="zh-CN" dirty="0" err="1"/>
              <a:t>shortlog</a:t>
            </a:r>
            <a:r>
              <a:rPr lang="zh-CN" altLang="en-US" dirty="0"/>
              <a:t>里自己那一版</a:t>
            </a:r>
          </a:p>
          <a:p>
            <a:pPr marL="0" indent="0">
              <a:buNone/>
            </a:pPr>
            <a:endParaRPr lang="zh-CN" altLang="en-US" dirty="0"/>
          </a:p>
          <a:p>
            <a:r>
              <a:rPr lang="zh-CN" altLang="en-US" dirty="0" smtClean="0"/>
              <a:t>如果</a:t>
            </a:r>
            <a:r>
              <a:rPr lang="zh-CN" altLang="en-US" dirty="0"/>
              <a:t>找比较久远的，网页版更合适，如果离当前时间不远，本地</a:t>
            </a:r>
            <a:r>
              <a:rPr lang="en-US" altLang="zh-CN" dirty="0"/>
              <a:t>log</a:t>
            </a:r>
            <a:r>
              <a:rPr lang="zh-CN" altLang="en-US" dirty="0"/>
              <a:t>即可</a:t>
            </a:r>
          </a:p>
        </p:txBody>
      </p:sp>
    </p:spTree>
    <p:extLst>
      <p:ext uri="{BB962C8B-B14F-4D97-AF65-F5344CB8AC3E}">
        <p14:creationId xmlns:p14="http://schemas.microsoft.com/office/powerpoint/2010/main" val="330799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操作相关</a:t>
            </a:r>
            <a:r>
              <a:rPr lang="en-US" altLang="zh-CN" dirty="0" smtClean="0"/>
              <a:t>– Build Project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2000" dirty="0" smtClean="0"/>
              <a:t>以</a:t>
            </a:r>
            <a:r>
              <a:rPr lang="en-US" altLang="zh-CN" sz="2000" dirty="0" smtClean="0"/>
              <a:t>merlin2</a:t>
            </a:r>
            <a:r>
              <a:rPr lang="zh-CN" altLang="en-US" sz="2000" dirty="0" smtClean="0"/>
              <a:t>为例，</a:t>
            </a:r>
            <a:r>
              <a:rPr lang="en-US" altLang="zh-CN" sz="2000" dirty="0"/>
              <a:t>(K3Lx)</a:t>
            </a:r>
            <a:r>
              <a:rPr lang="en-US" altLang="zh-CN" sz="2000" dirty="0">
                <a:solidFill>
                  <a:srgbClr val="FF0000"/>
                </a:solidFill>
              </a:rPr>
              <a:t>1857</a:t>
            </a:r>
            <a:r>
              <a:rPr lang="en-US" altLang="zh-CN" sz="2000" dirty="0"/>
              <a:t>_linux-rockhopper=196 </a:t>
            </a:r>
            <a:r>
              <a:rPr lang="en-US" altLang="zh-CN" sz="2000" dirty="0" err="1"/>
              <a:t>kdriver</a:t>
            </a:r>
            <a:r>
              <a:rPr lang="en-US" altLang="zh-CN" sz="2000" dirty="0"/>
              <a:t>=397 </a:t>
            </a:r>
            <a:r>
              <a:rPr lang="en-US" altLang="zh-CN" sz="2000" dirty="0" err="1"/>
              <a:t>libkadaptor</a:t>
            </a:r>
            <a:r>
              <a:rPr lang="en-US" altLang="zh-CN" sz="2000" dirty="0"/>
              <a:t>=214 </a:t>
            </a:r>
            <a:r>
              <a:rPr lang="en-US" altLang="zh-CN" sz="2000" dirty="0" err="1"/>
              <a:t>bspfw</a:t>
            </a:r>
            <a:r>
              <a:rPr lang="en-US" altLang="zh-CN" sz="2000" dirty="0"/>
              <a:t>=321{</a:t>
            </a:r>
            <a:r>
              <a:rPr lang="en-US" altLang="zh-CN" sz="2000" dirty="0" err="1"/>
              <a:t>boot,secureboot</a:t>
            </a:r>
            <a:r>
              <a:rPr lang="en-US" altLang="zh-CN" sz="2000" dirty="0"/>
              <a:t>}=271,v1.00.49 </a:t>
            </a:r>
            <a:r>
              <a:rPr lang="en-US" altLang="zh-CN" sz="2000" dirty="0" err="1"/>
              <a:t>tzfw</a:t>
            </a:r>
            <a:r>
              <a:rPr lang="en-US" altLang="zh-CN" sz="2000" dirty="0"/>
              <a:t>=270 </a:t>
            </a:r>
            <a:r>
              <a:rPr lang="en-US" altLang="zh-CN" sz="2000" dirty="0" err="1" smtClean="0"/>
              <a:t>gpu</a:t>
            </a:r>
            <a:r>
              <a:rPr lang="en-US" altLang="zh-CN" sz="2000" dirty="0" smtClean="0"/>
              <a:t>-libs=38,v2.0.34</a:t>
            </a:r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smtClean="0"/>
              <a:t>1. </a:t>
            </a:r>
            <a:r>
              <a:rPr lang="zh-CN" altLang="en-US" sz="2000" dirty="0" smtClean="0"/>
              <a:t>更新</a:t>
            </a:r>
            <a:r>
              <a:rPr lang="en-US" altLang="zh-CN" sz="2000" dirty="0" err="1" smtClean="0"/>
              <a:t>linux</a:t>
            </a:r>
            <a:r>
              <a:rPr lang="zh-CN" altLang="en-US" sz="2000" dirty="0" smtClean="0"/>
              <a:t>部分到</a:t>
            </a:r>
            <a:r>
              <a:rPr lang="en-US" altLang="zh-CN" sz="2000" dirty="0" smtClean="0"/>
              <a:t>tag=196</a:t>
            </a:r>
          </a:p>
          <a:p>
            <a:r>
              <a:rPr lang="en-US" altLang="zh-CN" sz="2000" dirty="0" smtClean="0">
                <a:solidFill>
                  <a:schemeClr val="accent6">
                    <a:lumMod val="75000"/>
                  </a:schemeClr>
                </a:solidFill>
              </a:rPr>
              <a:t>cd </a:t>
            </a:r>
            <a:r>
              <a:rPr lang="en-US" altLang="zh-CN" sz="2000" dirty="0" err="1" smtClean="0">
                <a:solidFill>
                  <a:schemeClr val="accent6">
                    <a:lumMod val="75000"/>
                  </a:schemeClr>
                </a:solidFill>
              </a:rPr>
              <a:t>xxxxxxx</a:t>
            </a:r>
            <a:r>
              <a:rPr lang="en-US" altLang="zh-CN" sz="2000" dirty="0" smtClean="0">
                <a:solidFill>
                  <a:schemeClr val="accent6">
                    <a:lumMod val="75000"/>
                  </a:schemeClr>
                </a:solidFill>
              </a:rPr>
              <a:t>/kernel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altLang="zh-CN" sz="2000" dirty="0" err="1" smtClean="0">
                <a:solidFill>
                  <a:schemeClr val="accent6">
                    <a:lumMod val="75000"/>
                  </a:schemeClr>
                </a:solidFill>
              </a:rPr>
              <a:t>linux</a:t>
            </a:r>
            <a:r>
              <a:rPr lang="en-US" altLang="zh-CN" sz="2000" dirty="0" smtClean="0">
                <a:solidFill>
                  <a:schemeClr val="accent6">
                    <a:lumMod val="75000"/>
                  </a:schemeClr>
                </a:solidFill>
              </a:rPr>
              <a:t>/linux-4.4.3/</a:t>
            </a:r>
          </a:p>
          <a:p>
            <a:r>
              <a:rPr lang="zh-CN" altLang="en-US" sz="2000" dirty="0" smtClean="0"/>
              <a:t>选所在</a:t>
            </a:r>
            <a:r>
              <a:rPr lang="en-US" altLang="zh-CN" sz="2000" dirty="0" smtClean="0"/>
              <a:t>branch</a:t>
            </a:r>
          </a:p>
          <a:p>
            <a:pPr lvl="1"/>
            <a:r>
              <a:rPr lang="en-US" altLang="zh-CN" sz="1900" dirty="0" err="1">
                <a:solidFill>
                  <a:schemeClr val="accent6">
                    <a:lumMod val="75000"/>
                  </a:schemeClr>
                </a:solidFill>
              </a:rPr>
              <a:t>git</a:t>
            </a:r>
            <a:r>
              <a:rPr lang="en-US" altLang="zh-CN" sz="1900" dirty="0">
                <a:solidFill>
                  <a:schemeClr val="accent6">
                    <a:lumMod val="75000"/>
                  </a:schemeClr>
                </a:solidFill>
              </a:rPr>
              <a:t> branch –a </a:t>
            </a:r>
            <a:r>
              <a:rPr lang="en-US" altLang="zh-CN" sz="1800" dirty="0" smtClean="0"/>
              <a:t>(</a:t>
            </a:r>
            <a:r>
              <a:rPr lang="zh-CN" altLang="en-US" sz="1800" dirty="0" smtClean="0"/>
              <a:t>查看所有</a:t>
            </a:r>
            <a:r>
              <a:rPr lang="en-US" altLang="zh-CN" sz="1800" dirty="0" smtClean="0"/>
              <a:t>branch)</a:t>
            </a:r>
          </a:p>
          <a:p>
            <a:pPr lvl="1"/>
            <a:r>
              <a:rPr lang="en-US" altLang="zh-CN" sz="1900" dirty="0" err="1">
                <a:solidFill>
                  <a:schemeClr val="accent6">
                    <a:lumMod val="75000"/>
                  </a:schemeClr>
                </a:solidFill>
              </a:rPr>
              <a:t>git</a:t>
            </a:r>
            <a:r>
              <a:rPr lang="en-US" altLang="zh-CN" sz="1900" dirty="0">
                <a:solidFill>
                  <a:schemeClr val="accent6">
                    <a:lumMod val="75000"/>
                  </a:schemeClr>
                </a:solidFill>
              </a:rPr>
              <a:t> checkout </a:t>
            </a:r>
            <a:r>
              <a:rPr lang="en-US" altLang="zh-CN" sz="1900" dirty="0" err="1">
                <a:solidFill>
                  <a:schemeClr val="accent6">
                    <a:lumMod val="75000"/>
                  </a:schemeClr>
                </a:solidFill>
              </a:rPr>
              <a:t>xxx_branch_name</a:t>
            </a:r>
            <a:r>
              <a:rPr lang="zh-CN" altLang="en-US" sz="1800" dirty="0" smtClean="0"/>
              <a:t>（一版初始化都有个叫</a:t>
            </a:r>
            <a:r>
              <a:rPr lang="en-US" altLang="zh-CN" sz="1800" dirty="0" smtClean="0"/>
              <a:t>master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branch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r>
              <a:rPr lang="en-US" altLang="zh-CN" sz="2100" dirty="0" err="1">
                <a:solidFill>
                  <a:schemeClr val="accent6">
                    <a:lumMod val="75000"/>
                  </a:schemeClr>
                </a:solidFill>
              </a:rPr>
              <a:t>git</a:t>
            </a:r>
            <a:r>
              <a:rPr lang="en-US" altLang="zh-CN" sz="2100" dirty="0">
                <a:solidFill>
                  <a:schemeClr val="accent6">
                    <a:lumMod val="75000"/>
                  </a:schemeClr>
                </a:solidFill>
              </a:rPr>
              <a:t> pull</a:t>
            </a:r>
            <a:r>
              <a:rPr lang="zh-CN" altLang="en-US" sz="2000" dirty="0" smtClean="0"/>
              <a:t>（将</a:t>
            </a:r>
            <a:r>
              <a:rPr lang="en-US" altLang="zh-CN" sz="2000" dirty="0" smtClean="0"/>
              <a:t>local</a:t>
            </a:r>
            <a:r>
              <a:rPr lang="zh-CN" altLang="en-US" sz="2000" dirty="0" smtClean="0"/>
              <a:t>版本更新到跟</a:t>
            </a:r>
            <a:r>
              <a:rPr lang="en-US" altLang="zh-CN" sz="2000" dirty="0" smtClean="0"/>
              <a:t>server</a:t>
            </a:r>
            <a:r>
              <a:rPr lang="zh-CN" altLang="en-US" sz="2000" dirty="0"/>
              <a:t>一致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r>
              <a:rPr lang="en-US" altLang="zh-CN" sz="2000" dirty="0" err="1" smtClean="0">
                <a:solidFill>
                  <a:schemeClr val="accent6">
                    <a:lumMod val="75000"/>
                  </a:schemeClr>
                </a:solidFill>
              </a:rPr>
              <a:t>git</a:t>
            </a:r>
            <a:r>
              <a:rPr lang="en-US" altLang="zh-CN" sz="2000" dirty="0" smtClean="0">
                <a:solidFill>
                  <a:schemeClr val="accent6">
                    <a:lumMod val="75000"/>
                  </a:schemeClr>
                </a:solidFill>
              </a:rPr>
              <a:t> checkout submissions/196 –b </a:t>
            </a:r>
            <a:r>
              <a:rPr lang="en-US" altLang="zh-CN" sz="2000" dirty="0" err="1" smtClean="0">
                <a:solidFill>
                  <a:schemeClr val="accent6">
                    <a:lumMod val="75000"/>
                  </a:schemeClr>
                </a:solidFill>
              </a:rPr>
              <a:t>branch_name</a:t>
            </a:r>
            <a:r>
              <a:rPr lang="zh-CN" altLang="en-US" sz="2000" dirty="0" smtClean="0"/>
              <a:t>（退到</a:t>
            </a:r>
            <a:r>
              <a:rPr lang="en-US" altLang="zh-CN" sz="2000" dirty="0" smtClean="0"/>
              <a:t>tag=196</a:t>
            </a:r>
            <a:r>
              <a:rPr lang="zh-CN" altLang="en-US" sz="2000" dirty="0" smtClean="0"/>
              <a:t>这版，并新建名为</a:t>
            </a:r>
            <a:r>
              <a:rPr lang="en-US" altLang="zh-CN" sz="2000" dirty="0" err="1" smtClean="0"/>
              <a:t>branch_name</a:t>
            </a:r>
            <a:r>
              <a:rPr lang="zh-CN" altLang="en-US" sz="2000" dirty="0" smtClean="0"/>
              <a:t>的</a:t>
            </a:r>
            <a:r>
              <a:rPr lang="en-US" altLang="zh-CN" sz="2000" dirty="0" smtClean="0"/>
              <a:t>branch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2. </a:t>
            </a:r>
            <a:r>
              <a:rPr lang="zh-CN" altLang="en-US" sz="2000" dirty="0" smtClean="0"/>
              <a:t>更新</a:t>
            </a:r>
            <a:r>
              <a:rPr lang="en-US" altLang="zh-CN" sz="2000" dirty="0" err="1" smtClean="0"/>
              <a:t>kdriver</a:t>
            </a:r>
            <a:r>
              <a:rPr lang="zh-CN" altLang="en-US" sz="2000" dirty="0" smtClean="0"/>
              <a:t>部分到</a:t>
            </a:r>
            <a:r>
              <a:rPr lang="en-US" altLang="zh-CN" sz="2000" dirty="0" smtClean="0"/>
              <a:t>tag=397</a:t>
            </a:r>
          </a:p>
          <a:p>
            <a:r>
              <a:rPr lang="en-US" altLang="zh-CN" sz="2100" dirty="0" smtClean="0"/>
              <a:t>cd </a:t>
            </a:r>
            <a:r>
              <a:rPr lang="en-US" altLang="zh-CN" sz="2100" dirty="0" err="1"/>
              <a:t>xxxxxxx</a:t>
            </a:r>
            <a:r>
              <a:rPr lang="en-US" altLang="zh-CN" sz="2100" dirty="0"/>
              <a:t>/kernel/</a:t>
            </a:r>
            <a:r>
              <a:rPr lang="en-US" altLang="zh-CN" sz="2100" dirty="0" err="1"/>
              <a:t>linux</a:t>
            </a:r>
            <a:r>
              <a:rPr lang="en-US" altLang="zh-CN" sz="2100" dirty="0"/>
              <a:t>/linux-4.4.3/drivers/</a:t>
            </a:r>
            <a:r>
              <a:rPr lang="en-US" altLang="zh-CN" sz="2100" dirty="0" err="1"/>
              <a:t>rtk_kdriver</a:t>
            </a:r>
            <a:r>
              <a:rPr lang="en-US" altLang="zh-CN" sz="2100" dirty="0" smtClean="0"/>
              <a:t>/</a:t>
            </a:r>
          </a:p>
          <a:p>
            <a:r>
              <a:rPr lang="zh-CN" altLang="en-US" sz="2100" dirty="0" smtClean="0"/>
              <a:t>选所在</a:t>
            </a:r>
            <a:r>
              <a:rPr lang="en-US" altLang="zh-CN" sz="2100" dirty="0" smtClean="0"/>
              <a:t>branch</a:t>
            </a:r>
          </a:p>
          <a:p>
            <a:r>
              <a:rPr lang="en-US" altLang="zh-CN" sz="2100" dirty="0" err="1" smtClean="0"/>
              <a:t>git</a:t>
            </a:r>
            <a:r>
              <a:rPr lang="en-US" altLang="zh-CN" sz="2100" dirty="0" smtClean="0"/>
              <a:t> pull</a:t>
            </a:r>
            <a:endParaRPr lang="en-US" altLang="zh-CN" sz="2100" dirty="0"/>
          </a:p>
          <a:p>
            <a:r>
              <a:rPr lang="en-US" altLang="zh-CN" sz="2000" dirty="0" err="1" smtClean="0"/>
              <a:t>git</a:t>
            </a:r>
            <a:r>
              <a:rPr lang="en-US" altLang="zh-CN" sz="2000" dirty="0" smtClean="0"/>
              <a:t> checkout submissions/397 </a:t>
            </a:r>
            <a:r>
              <a:rPr lang="en-US" altLang="zh-CN" sz="2000" dirty="0"/>
              <a:t> –b </a:t>
            </a:r>
            <a:r>
              <a:rPr lang="en-US" altLang="zh-CN" sz="2000" dirty="0" err="1" smtClean="0"/>
              <a:t>branch_name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339142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操作相关</a:t>
            </a:r>
            <a:r>
              <a:rPr lang="en-US" altLang="zh-CN" dirty="0" smtClean="0"/>
              <a:t>– Build Project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如果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pull</a:t>
            </a:r>
            <a:r>
              <a:rPr lang="zh-CN" altLang="en-US" dirty="0" smtClean="0"/>
              <a:t>或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checkout</a:t>
            </a:r>
            <a:r>
              <a:rPr lang="zh-CN" altLang="en-US" dirty="0" smtClean="0"/>
              <a:t>有冲突时，说明</a:t>
            </a:r>
            <a:r>
              <a:rPr lang="en-US" altLang="zh-CN" dirty="0" smtClean="0"/>
              <a:t>local</a:t>
            </a:r>
            <a:r>
              <a:rPr lang="zh-CN" altLang="en-US" dirty="0" smtClean="0"/>
              <a:t>有</a:t>
            </a:r>
            <a:r>
              <a:rPr lang="en-US" altLang="zh-CN" dirty="0" smtClean="0"/>
              <a:t>file</a:t>
            </a:r>
            <a:r>
              <a:rPr lang="zh-CN" altLang="en-US" dirty="0" smtClean="0"/>
              <a:t>改动跟</a:t>
            </a:r>
            <a:r>
              <a:rPr lang="en-US" altLang="zh-CN" dirty="0" smtClean="0"/>
              <a:t>server</a:t>
            </a:r>
            <a:r>
              <a:rPr lang="zh-CN" altLang="en-US" dirty="0" smtClean="0"/>
              <a:t>不一致，请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先备份</a:t>
            </a:r>
            <a:r>
              <a:rPr lang="en-US" altLang="zh-CN" dirty="0" smtClean="0"/>
              <a:t>local</a:t>
            </a:r>
            <a:r>
              <a:rPr lang="zh-CN" altLang="en-US" dirty="0" smtClean="0"/>
              <a:t>的改动；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再 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reset --hard (</a:t>
            </a:r>
            <a:r>
              <a:rPr lang="zh-CN" altLang="en-US" dirty="0" smtClean="0"/>
              <a:t>强制</a:t>
            </a:r>
            <a:r>
              <a:rPr lang="en-US" altLang="zh-CN" dirty="0" smtClean="0"/>
              <a:t>local</a:t>
            </a:r>
            <a:r>
              <a:rPr lang="zh-CN" altLang="en-US" dirty="0" smtClean="0"/>
              <a:t>跟</a:t>
            </a:r>
            <a:r>
              <a:rPr lang="en-US" altLang="zh-CN" dirty="0" smtClean="0"/>
              <a:t>server</a:t>
            </a:r>
            <a:r>
              <a:rPr lang="zh-CN" altLang="en-US" dirty="0" smtClean="0"/>
              <a:t>一致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 smtClean="0"/>
              <a:t>再做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pull</a:t>
            </a:r>
            <a:r>
              <a:rPr lang="zh-CN" altLang="en-US" dirty="0" smtClean="0"/>
              <a:t>或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checkout</a:t>
            </a:r>
            <a:r>
              <a:rPr lang="zh-CN" altLang="en-US" dirty="0" smtClean="0"/>
              <a:t>的动作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988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Git</a:t>
            </a:r>
            <a:r>
              <a:rPr lang="zh-CN" altLang="en-US" dirty="0"/>
              <a:t>操作相关</a:t>
            </a:r>
            <a:r>
              <a:rPr lang="en-US" altLang="zh-CN" dirty="0"/>
              <a:t>– </a:t>
            </a:r>
            <a:r>
              <a:rPr lang="en-US" altLang="zh-CN" dirty="0" smtClean="0"/>
              <a:t>Build Project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Build kernel </a:t>
            </a:r>
            <a:r>
              <a:rPr lang="en-US" altLang="zh-CN" dirty="0" err="1" smtClean="0"/>
              <a:t>cmd</a:t>
            </a:r>
            <a:r>
              <a:rPr lang="en-US" altLang="zh-CN" dirty="0" smtClean="0"/>
              <a:t>: </a:t>
            </a:r>
          </a:p>
          <a:p>
            <a:r>
              <a:rPr lang="en-US" altLang="zh-CN" dirty="0" smtClean="0"/>
              <a:t>(</a:t>
            </a:r>
            <a:r>
              <a:rPr lang="zh-CN" altLang="en-US" dirty="0" smtClean="0"/>
              <a:t>要</a:t>
            </a:r>
            <a:r>
              <a:rPr lang="en-US" altLang="zh-CN" dirty="0" smtClean="0"/>
              <a:t>clean build</a:t>
            </a:r>
            <a:r>
              <a:rPr lang="zh-CN" altLang="en-US" dirty="0" smtClean="0"/>
              <a:t>紅字</a:t>
            </a:r>
            <a:r>
              <a:rPr lang="en-US" altLang="zh-CN" dirty="0" smtClean="0"/>
              <a:t>=y, </a:t>
            </a:r>
            <a:r>
              <a:rPr lang="zh-CN" altLang="en-US" dirty="0" smtClean="0"/>
              <a:t>不然</a:t>
            </a:r>
            <a:r>
              <a:rPr lang="en-US" altLang="zh-CN" dirty="0" smtClean="0"/>
              <a:t>=n</a:t>
            </a:r>
            <a:r>
              <a:rPr lang="zh-CN" altLang="en-US" dirty="0" smtClean="0"/>
              <a:t>就好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在路</a:t>
            </a:r>
            <a:r>
              <a:rPr lang="zh-CN" altLang="en-US" dirty="0" smtClean="0"/>
              <a:t>徑</a:t>
            </a:r>
            <a:r>
              <a:rPr lang="en-US" altLang="zh-CN" dirty="0" err="1" smtClean="0"/>
              <a:t>xxxxxx</a:t>
            </a:r>
            <a:r>
              <a:rPr lang="en-US" altLang="zh-CN" dirty="0" smtClean="0"/>
              <a:t>\kernel\system</a:t>
            </a:r>
            <a:r>
              <a:rPr lang="zh-CN" altLang="en-US" dirty="0" smtClean="0"/>
              <a:t>執行以下</a:t>
            </a:r>
            <a:r>
              <a:rPr lang="en-US" altLang="zh-CN" dirty="0" err="1" smtClean="0"/>
              <a:t>cmd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en-US" altLang="zh-CN" dirty="0" smtClean="0"/>
              <a:t>make PRJ=develop.rtd289x.tv006.emmc </a:t>
            </a:r>
            <a:r>
              <a:rPr lang="en-US" altLang="zh-CN" dirty="0" smtClean="0">
                <a:solidFill>
                  <a:srgbClr val="FF0000"/>
                </a:solidFill>
              </a:rPr>
              <a:t>CLEAN_ALL</a:t>
            </a:r>
            <a:r>
              <a:rPr lang="en-US" altLang="zh-CN" dirty="0" smtClean="0"/>
              <a:t>=y</a:t>
            </a:r>
          </a:p>
          <a:p>
            <a:r>
              <a:rPr lang="zh-CN" altLang="en-US" dirty="0" smtClean="0"/>
              <a:t>在路徑</a:t>
            </a:r>
            <a:r>
              <a:rPr lang="en-US" altLang="zh-CN" dirty="0" smtClean="0"/>
              <a:t>\kernel\system\</a:t>
            </a:r>
            <a:r>
              <a:rPr lang="en-US" altLang="zh-CN" dirty="0" err="1" smtClean="0"/>
              <a:t>tmp</a:t>
            </a:r>
            <a:r>
              <a:rPr lang="en-US" altLang="zh-CN" dirty="0" smtClean="0"/>
              <a:t>\develop.rtd289x.tv006.emmc_img</a:t>
            </a:r>
            <a:r>
              <a:rPr lang="zh-CN" altLang="en-US" dirty="0" smtClean="0"/>
              <a:t>會產生</a:t>
            </a:r>
            <a:r>
              <a:rPr lang="en-US" altLang="zh-CN" dirty="0" err="1" smtClean="0"/>
              <a:t>uImage.pak</a:t>
            </a:r>
            <a:r>
              <a:rPr lang="zh-CN" altLang="en-US" dirty="0" smtClean="0"/>
              <a:t>，也是用</a:t>
            </a:r>
            <a:r>
              <a:rPr lang="en-US" altLang="zh-CN" dirty="0" err="1" smtClean="0"/>
              <a:t>swu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uImage.pak</a:t>
            </a:r>
            <a:r>
              <a:rPr lang="zh-CN" altLang="en-US" dirty="0" smtClean="0"/>
              <a:t>燒</a:t>
            </a:r>
            <a:r>
              <a:rPr lang="en-US" altLang="zh-CN" dirty="0" smtClean="0"/>
              <a:t>code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10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操作相关</a:t>
            </a:r>
            <a:r>
              <a:rPr lang="en-US" altLang="zh-CN" dirty="0" smtClean="0"/>
              <a:t>– Build Project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相关指令学习：</a:t>
            </a:r>
            <a:endParaRPr lang="en-US" altLang="zh-CN" dirty="0" smtClean="0"/>
          </a:p>
          <a:p>
            <a:r>
              <a:rPr lang="en-US" altLang="zh-CN" dirty="0" smtClean="0">
                <a:hlinkClick r:id="rId2"/>
              </a:rPr>
              <a:t>http://172.21.15.130/rt_wiki/index.php/Git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853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Git</a:t>
            </a:r>
            <a:r>
              <a:rPr lang="zh-CN" altLang="en-US" dirty="0"/>
              <a:t>操作相关</a:t>
            </a:r>
            <a:r>
              <a:rPr lang="en-US" altLang="zh-CN" dirty="0"/>
              <a:t>– </a:t>
            </a:r>
            <a:r>
              <a:rPr lang="en-US" altLang="zh-CN" dirty="0" smtClean="0"/>
              <a:t>commit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查看有哪些</a:t>
            </a:r>
            <a:r>
              <a:rPr lang="en-US" altLang="zh-CN" dirty="0" smtClean="0"/>
              <a:t>code: </a:t>
            </a:r>
            <a:r>
              <a:rPr lang="en-US" altLang="zh-CN" dirty="0" err="1" smtClean="0"/>
              <a:t>git</a:t>
            </a:r>
            <a:r>
              <a:rPr lang="zh-CN" altLang="en-US" dirty="0"/>
              <a:t> </a:t>
            </a:r>
            <a:r>
              <a:rPr lang="en-US" altLang="zh-CN" dirty="0" smtClean="0"/>
              <a:t>status</a:t>
            </a:r>
          </a:p>
          <a:p>
            <a:r>
              <a:rPr lang="en-US" altLang="zh-CN" dirty="0" smtClean="0"/>
              <a:t>2. 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add &lt;file1&gt; &lt;file2&gt;….</a:t>
            </a:r>
          </a:p>
          <a:p>
            <a:pPr lvl="1"/>
            <a:r>
              <a:rPr lang="zh-CN" altLang="en-US" dirty="0" smtClean="0"/>
              <a:t>或 </a:t>
            </a:r>
            <a:r>
              <a:rPr lang="en-US" altLang="zh-CN" dirty="0" err="1" smtClean="0"/>
              <a:t>tig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</a:t>
            </a:r>
            <a:r>
              <a:rPr lang="zh-CN" altLang="en-US" dirty="0" smtClean="0"/>
              <a:t>，</a:t>
            </a:r>
            <a:r>
              <a:rPr lang="en-US" altLang="zh-CN" dirty="0" smtClean="0"/>
              <a:t>u</a:t>
            </a:r>
            <a:r>
              <a:rPr lang="zh-CN" altLang="en-US" dirty="0" smtClean="0"/>
              <a:t>将要</a:t>
            </a:r>
            <a:r>
              <a:rPr lang="en-US" altLang="zh-CN" dirty="0" smtClean="0"/>
              <a:t>commit</a:t>
            </a:r>
            <a:r>
              <a:rPr lang="zh-CN" altLang="en-US" dirty="0" smtClean="0"/>
              <a:t>的</a:t>
            </a:r>
            <a:r>
              <a:rPr lang="en-US" altLang="zh-CN" dirty="0" smtClean="0"/>
              <a:t>file</a:t>
            </a:r>
            <a:r>
              <a:rPr lang="zh-CN" altLang="en-US" dirty="0" smtClean="0"/>
              <a:t>添到</a:t>
            </a:r>
            <a:r>
              <a:rPr lang="en-US" altLang="zh-CN" dirty="0" smtClean="0"/>
              <a:t>”changes to be committed”</a:t>
            </a:r>
            <a:endParaRPr lang="en-US" altLang="zh-CN" dirty="0"/>
          </a:p>
          <a:p>
            <a:r>
              <a:rPr lang="en-US" altLang="zh-CN" dirty="0" smtClean="0"/>
              <a:t>3. 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commit, </a:t>
            </a:r>
            <a:r>
              <a:rPr lang="zh-CN" altLang="en-US" dirty="0" smtClean="0"/>
              <a:t>写</a:t>
            </a:r>
            <a:r>
              <a:rPr lang="en-US" altLang="zh-CN" dirty="0" smtClean="0"/>
              <a:t>log</a:t>
            </a:r>
          </a:p>
          <a:p>
            <a:r>
              <a:rPr lang="en-US" altLang="zh-CN" dirty="0" smtClean="0"/>
              <a:t>4. 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push origin </a:t>
            </a:r>
            <a:r>
              <a:rPr lang="en-US" altLang="zh-CN" dirty="0" err="1" smtClean="0"/>
              <a:t>HEAD:refs</a:t>
            </a:r>
            <a:r>
              <a:rPr lang="en-US" altLang="zh-CN" dirty="0" smtClean="0"/>
              <a:t>/for/master</a:t>
            </a:r>
          </a:p>
          <a:p>
            <a:pPr lvl="1"/>
            <a:r>
              <a:rPr lang="en-US" altLang="zh-CN" dirty="0" smtClean="0"/>
              <a:t>Video </a:t>
            </a:r>
            <a:r>
              <a:rPr lang="en-US" altLang="zh-CN" dirty="0" err="1" smtClean="0"/>
              <a:t>fw</a:t>
            </a:r>
            <a:r>
              <a:rPr lang="zh-CN" altLang="en-US" dirty="0" smtClean="0"/>
              <a:t>，用</a:t>
            </a:r>
            <a:r>
              <a:rPr lang="en-US" altLang="zh-CN" dirty="0" smtClean="0"/>
              <a:t>repo upload</a:t>
            </a:r>
          </a:p>
          <a:p>
            <a:r>
              <a:rPr lang="en-US" altLang="zh-CN" dirty="0" smtClean="0"/>
              <a:t>5. </a:t>
            </a:r>
            <a:r>
              <a:rPr lang="zh-CN" altLang="en-US" smtClean="0"/>
              <a:t>网页端确认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3293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Burn </a:t>
            </a:r>
            <a:r>
              <a:rPr lang="en-US" altLang="zh-CN" dirty="0" err="1" smtClean="0"/>
              <a:t>epk</a:t>
            </a:r>
            <a:r>
              <a:rPr lang="en-US" altLang="zh-CN" dirty="0" smtClean="0"/>
              <a:t> &amp; </a:t>
            </a:r>
            <a:r>
              <a:rPr lang="en-US" altLang="zh-CN" dirty="0" err="1" smtClean="0"/>
              <a:t>pak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err="1" smtClean="0"/>
              <a:t>env</a:t>
            </a:r>
            <a:r>
              <a:rPr lang="en-US" altLang="zh-CN" dirty="0" smtClean="0"/>
              <a:t> print</a:t>
            </a:r>
          </a:p>
          <a:p>
            <a:r>
              <a:rPr lang="en-US" altLang="zh-CN" dirty="0" smtClean="0"/>
              <a:t>--</a:t>
            </a:r>
            <a:r>
              <a:rPr lang="en-US" altLang="zh-CN" dirty="0"/>
              <a:t>RS</a:t>
            </a:r>
            <a:r>
              <a:rPr lang="zh-CN" altLang="en-US" dirty="0"/>
              <a:t>实验网络</a:t>
            </a:r>
            <a:r>
              <a:rPr lang="en-US" altLang="zh-CN" dirty="0"/>
              <a:t>--</a:t>
            </a:r>
          </a:p>
          <a:p>
            <a:r>
              <a:rPr lang="en-US" altLang="zh-CN" dirty="0" err="1"/>
              <a:t>env</a:t>
            </a:r>
            <a:r>
              <a:rPr lang="en-US" altLang="zh-CN" dirty="0"/>
              <a:t> set </a:t>
            </a:r>
            <a:r>
              <a:rPr lang="en-US" altLang="zh-CN" dirty="0" err="1"/>
              <a:t>ethaddr</a:t>
            </a:r>
            <a:r>
              <a:rPr lang="en-US" altLang="zh-CN" dirty="0"/>
              <a:t> 00:10:20:30:40:62</a:t>
            </a:r>
          </a:p>
          <a:p>
            <a:r>
              <a:rPr lang="en-US" altLang="zh-CN" dirty="0" err="1">
                <a:solidFill>
                  <a:srgbClr val="FF0000"/>
                </a:solidFill>
              </a:rPr>
              <a:t>env</a:t>
            </a:r>
            <a:r>
              <a:rPr lang="en-US" altLang="zh-CN" dirty="0">
                <a:solidFill>
                  <a:srgbClr val="FF0000"/>
                </a:solidFill>
              </a:rPr>
              <a:t> set </a:t>
            </a:r>
            <a:r>
              <a:rPr lang="en-US" altLang="zh-CN" dirty="0" err="1">
                <a:solidFill>
                  <a:srgbClr val="FF0000"/>
                </a:solidFill>
              </a:rPr>
              <a:t>ipaddr</a:t>
            </a:r>
            <a:r>
              <a:rPr lang="en-US" altLang="zh-CN" dirty="0">
                <a:solidFill>
                  <a:srgbClr val="FF0000"/>
                </a:solidFill>
              </a:rPr>
              <a:t> 172.29.50.62</a:t>
            </a:r>
          </a:p>
          <a:p>
            <a:r>
              <a:rPr lang="en-US" altLang="zh-CN" dirty="0" err="1"/>
              <a:t>env</a:t>
            </a:r>
            <a:r>
              <a:rPr lang="en-US" altLang="zh-CN" dirty="0"/>
              <a:t> set </a:t>
            </a:r>
            <a:r>
              <a:rPr lang="en-US" altLang="zh-CN" dirty="0" err="1"/>
              <a:t>gatewayip</a:t>
            </a:r>
            <a:r>
              <a:rPr lang="en-US" altLang="zh-CN" dirty="0"/>
              <a:t> 172.29.50.254</a:t>
            </a:r>
          </a:p>
          <a:p>
            <a:r>
              <a:rPr lang="en-US" altLang="zh-CN" dirty="0" err="1"/>
              <a:t>env</a:t>
            </a:r>
            <a:r>
              <a:rPr lang="en-US" altLang="zh-CN" dirty="0"/>
              <a:t> set </a:t>
            </a:r>
            <a:r>
              <a:rPr lang="en-US" altLang="zh-CN" dirty="0" err="1"/>
              <a:t>netmask</a:t>
            </a:r>
            <a:r>
              <a:rPr lang="en-US" altLang="zh-CN" dirty="0"/>
              <a:t> 255.255.255.0</a:t>
            </a:r>
          </a:p>
          <a:p>
            <a:r>
              <a:rPr lang="en-US" altLang="zh-CN" dirty="0" err="1">
                <a:solidFill>
                  <a:srgbClr val="FF0000"/>
                </a:solidFill>
              </a:rPr>
              <a:t>env</a:t>
            </a:r>
            <a:r>
              <a:rPr lang="en-US" altLang="zh-CN" dirty="0">
                <a:solidFill>
                  <a:srgbClr val="FF0000"/>
                </a:solidFill>
              </a:rPr>
              <a:t> set </a:t>
            </a:r>
            <a:r>
              <a:rPr lang="en-US" altLang="zh-CN" dirty="0" err="1">
                <a:solidFill>
                  <a:srgbClr val="FF0000"/>
                </a:solidFill>
              </a:rPr>
              <a:t>serverip</a:t>
            </a:r>
            <a:r>
              <a:rPr lang="en-US" altLang="zh-CN" dirty="0">
                <a:solidFill>
                  <a:srgbClr val="FF0000"/>
                </a:solidFill>
              </a:rPr>
              <a:t> 172.29.52.133</a:t>
            </a:r>
          </a:p>
          <a:p>
            <a:r>
              <a:rPr lang="en-US" altLang="zh-CN" dirty="0" err="1"/>
              <a:t>env</a:t>
            </a:r>
            <a:r>
              <a:rPr lang="en-US" altLang="zh-CN" dirty="0"/>
              <a:t> save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172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Burn </a:t>
            </a:r>
            <a:r>
              <a:rPr lang="en-US" altLang="zh-CN" dirty="0" err="1"/>
              <a:t>epk</a:t>
            </a:r>
            <a:r>
              <a:rPr lang="en-US" altLang="zh-CN" dirty="0"/>
              <a:t> &amp; </a:t>
            </a:r>
            <a:r>
              <a:rPr lang="en-US" altLang="zh-CN" dirty="0" err="1"/>
              <a:t>pak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Autofit/>
          </a:bodyPr>
          <a:lstStyle/>
          <a:p>
            <a:r>
              <a:rPr lang="en-US" altLang="zh-CN" sz="1800" dirty="0" err="1"/>
              <a:t>swu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k3lp_epk/</a:t>
            </a:r>
            <a:r>
              <a:rPr lang="en-US" altLang="zh-CN" sz="1800" dirty="0" err="1" smtClean="0"/>
              <a:t>xxx.epk</a:t>
            </a:r>
            <a:endParaRPr lang="en-US" altLang="zh-CN" sz="1800" dirty="0"/>
          </a:p>
          <a:p>
            <a:r>
              <a:rPr lang="en-US" altLang="zh-CN" sz="1800" dirty="0" err="1"/>
              <a:t>swu</a:t>
            </a:r>
            <a:r>
              <a:rPr lang="en-US" altLang="zh-CN" sz="1800" dirty="0"/>
              <a:t> </a:t>
            </a:r>
            <a:r>
              <a:rPr lang="en-US" altLang="zh-CN" sz="1800" dirty="0" err="1"/>
              <a:t>xxx.pak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en-US" altLang="zh-CN" sz="1800" dirty="0"/>
              <a:t>1. </a:t>
            </a:r>
            <a:r>
              <a:rPr lang="zh-CN" altLang="en-US" sz="1800" dirty="0"/>
              <a:t>開機後攔住</a:t>
            </a:r>
            <a:r>
              <a:rPr lang="en-US" altLang="zh-CN" sz="1800" dirty="0" err="1" smtClean="0"/>
              <a:t>bootcode</a:t>
            </a:r>
            <a:r>
              <a:rPr lang="en-US" altLang="zh-CN" sz="1800" dirty="0" smtClean="0"/>
              <a:t>(</a:t>
            </a:r>
            <a:r>
              <a:rPr lang="zh-CN" altLang="en-US" sz="1800" dirty="0" smtClean="0"/>
              <a:t>按住</a:t>
            </a:r>
            <a:r>
              <a:rPr lang="en-US" altLang="zh-CN" sz="1800" dirty="0" smtClean="0"/>
              <a:t>ESC, </a:t>
            </a:r>
            <a:r>
              <a:rPr lang="zh-CN" altLang="en-US" sz="1800" dirty="0" smtClean="0"/>
              <a:t>上电</a:t>
            </a:r>
            <a:r>
              <a:rPr lang="en-US" altLang="zh-CN" sz="1800" dirty="0" smtClean="0"/>
              <a:t>)</a:t>
            </a:r>
            <a:r>
              <a:rPr lang="zh-CN" altLang="en-US" sz="1800" dirty="0" smtClean="0"/>
              <a:t>，</a:t>
            </a:r>
            <a:r>
              <a:rPr lang="zh-CN" altLang="en-US" sz="1800" dirty="0"/>
              <a:t>先輸入</a:t>
            </a:r>
            <a:r>
              <a:rPr lang="en-US" altLang="zh-CN" sz="1800" dirty="0" err="1"/>
              <a:t>partinfo</a:t>
            </a:r>
            <a:r>
              <a:rPr lang="en-US" altLang="zh-CN" sz="1800" dirty="0"/>
              <a:t> -&gt; d -&gt; s -&gt; q</a:t>
            </a:r>
          </a:p>
          <a:p>
            <a:r>
              <a:rPr lang="en-US" altLang="zh-CN" sz="1800" dirty="0"/>
              <a:t>2. </a:t>
            </a:r>
            <a:r>
              <a:rPr lang="zh-CN" altLang="en-US" sz="1800" dirty="0"/>
              <a:t>之後做</a:t>
            </a:r>
            <a:r>
              <a:rPr lang="en-US" altLang="zh-CN" sz="1800" dirty="0" err="1"/>
              <a:t>nvmdbg</a:t>
            </a:r>
            <a:r>
              <a:rPr lang="en-US" altLang="zh-CN" sz="1800" dirty="0"/>
              <a:t> -&gt;10 -&gt;</a:t>
            </a:r>
            <a:r>
              <a:rPr lang="en-US" altLang="zh-CN" sz="1800" dirty="0" err="1"/>
              <a:t>ff</a:t>
            </a:r>
            <a:endParaRPr lang="en-US" altLang="zh-CN" sz="1800" dirty="0"/>
          </a:p>
          <a:p>
            <a:r>
              <a:rPr lang="en-US" altLang="zh-CN" sz="1800" dirty="0"/>
              <a:t>3. </a:t>
            </a:r>
            <a:r>
              <a:rPr lang="zh-CN" altLang="en-US" sz="1800" dirty="0"/>
              <a:t>燒</a:t>
            </a:r>
            <a:r>
              <a:rPr lang="en-US" altLang="zh-CN" sz="1800" dirty="0" err="1"/>
              <a:t>epk</a:t>
            </a:r>
            <a:r>
              <a:rPr lang="en-US" altLang="zh-CN" sz="1800" dirty="0"/>
              <a:t> &amp; </a:t>
            </a:r>
            <a:r>
              <a:rPr lang="en-US" altLang="zh-CN" sz="1800" dirty="0" err="1" smtClean="0"/>
              <a:t>pak</a:t>
            </a:r>
            <a:endParaRPr lang="en-US" altLang="zh-CN" sz="1800" dirty="0" smtClean="0"/>
          </a:p>
          <a:p>
            <a:pPr lvl="1"/>
            <a:r>
              <a:rPr lang="en-US" altLang="zh-CN" sz="1400" dirty="0" err="1"/>
              <a:t>swu</a:t>
            </a:r>
            <a:r>
              <a:rPr lang="en-US" altLang="zh-CN" sz="1400" dirty="0"/>
              <a:t> </a:t>
            </a:r>
            <a:r>
              <a:rPr lang="en-US" altLang="zh-CN" sz="1400" dirty="0" err="1" smtClean="0"/>
              <a:t>xxx.epk</a:t>
            </a:r>
            <a:endParaRPr lang="en-US" altLang="zh-CN" sz="1400" dirty="0"/>
          </a:p>
          <a:p>
            <a:pPr lvl="1"/>
            <a:r>
              <a:rPr lang="en-US" altLang="zh-CN" sz="1400" dirty="0" err="1"/>
              <a:t>swu</a:t>
            </a:r>
            <a:r>
              <a:rPr lang="en-US" altLang="zh-CN" sz="1400" dirty="0"/>
              <a:t> </a:t>
            </a:r>
            <a:r>
              <a:rPr lang="en-US" altLang="zh-CN" sz="1400" dirty="0" err="1" smtClean="0"/>
              <a:t>xxx.pak</a:t>
            </a:r>
            <a:endParaRPr lang="en-US" altLang="zh-CN" sz="1400" dirty="0"/>
          </a:p>
          <a:p>
            <a:r>
              <a:rPr lang="en-US" altLang="zh-CN" sz="1800" dirty="0"/>
              <a:t>4. </a:t>
            </a:r>
            <a:r>
              <a:rPr lang="zh-CN" altLang="en-US" sz="1800" dirty="0"/>
              <a:t>不要重開機不要重開機不要重開機，直接做</a:t>
            </a:r>
            <a:r>
              <a:rPr lang="en-US" altLang="zh-CN" sz="1800" dirty="0"/>
              <a:t>snapshot remake</a:t>
            </a:r>
          </a:p>
          <a:p>
            <a:r>
              <a:rPr lang="en-US" altLang="zh-CN" sz="1800" dirty="0"/>
              <a:t>5. </a:t>
            </a:r>
            <a:r>
              <a:rPr lang="zh-CN" altLang="en-US" sz="1800" dirty="0"/>
              <a:t>重开机，</a:t>
            </a:r>
            <a:r>
              <a:rPr lang="en-US" altLang="zh-CN" sz="1800" dirty="0"/>
              <a:t>(</a:t>
            </a:r>
            <a:r>
              <a:rPr lang="zh-CN" altLang="en-US" sz="1800" dirty="0"/>
              <a:t>据说会看到杂讯画面</a:t>
            </a:r>
            <a:r>
              <a:rPr lang="en-US" altLang="zh-CN" sz="1800" dirty="0"/>
              <a:t>)</a:t>
            </a:r>
            <a:r>
              <a:rPr lang="zh-CN" altLang="en-US" sz="1800" dirty="0"/>
              <a:t>用工廠遙控器按</a:t>
            </a:r>
            <a:r>
              <a:rPr lang="en-US" altLang="zh-CN" sz="1800" dirty="0"/>
              <a:t>IN STOP(</a:t>
            </a:r>
            <a:r>
              <a:rPr lang="zh-CN" altLang="en-US" sz="1800" dirty="0"/>
              <a:t>仲平</a:t>
            </a:r>
            <a:r>
              <a:rPr lang="en-US" altLang="zh-CN" sz="1800" dirty="0"/>
              <a:t>:</a:t>
            </a:r>
            <a:r>
              <a:rPr lang="zh-CN" altLang="en-US" sz="1800" dirty="0"/>
              <a:t>电视关机，用遥控器开机</a:t>
            </a:r>
            <a:r>
              <a:rPr lang="en-US" altLang="zh-CN" sz="1800" dirty="0"/>
              <a:t>)</a:t>
            </a:r>
            <a:r>
              <a:rPr lang="zh-CN" altLang="en-US" sz="1800" dirty="0"/>
              <a:t>，之後會重新開機並進入</a:t>
            </a:r>
            <a:r>
              <a:rPr lang="en-US" altLang="zh-CN" sz="1800" dirty="0" err="1"/>
              <a:t>WebOS</a:t>
            </a:r>
            <a:r>
              <a:rPr lang="zh-CN" altLang="en-US" sz="1800" dirty="0"/>
              <a:t>初始設定畫面</a:t>
            </a:r>
          </a:p>
          <a:p>
            <a:r>
              <a:rPr lang="zh-CN" altLang="en-US" sz="1800" dirty="0"/>
              <a:t> </a:t>
            </a:r>
          </a:p>
          <a:p>
            <a:r>
              <a:rPr lang="zh-CN" altLang="en-US" sz="1800" dirty="0"/>
              <a:t>如果要單獨替換</a:t>
            </a:r>
            <a:r>
              <a:rPr lang="en-US" altLang="zh-CN" sz="1800" dirty="0" err="1"/>
              <a:t>pak</a:t>
            </a:r>
            <a:r>
              <a:rPr lang="zh-CN" altLang="en-US" sz="1800" dirty="0"/>
              <a:t>，燒完</a:t>
            </a:r>
            <a:r>
              <a:rPr lang="en-US" altLang="zh-CN" sz="1800" dirty="0" err="1"/>
              <a:t>pak</a:t>
            </a:r>
            <a:r>
              <a:rPr lang="zh-CN" altLang="en-US" sz="1800" dirty="0"/>
              <a:t>之後，也要做</a:t>
            </a:r>
            <a:r>
              <a:rPr lang="en-US" altLang="zh-CN" sz="1800" dirty="0"/>
              <a:t>snapshot remake</a:t>
            </a:r>
            <a:r>
              <a:rPr lang="zh-CN" altLang="en-US" sz="1800" dirty="0"/>
              <a:t>，當然也不要先重開機</a:t>
            </a:r>
            <a:r>
              <a:rPr lang="en-US" altLang="zh-CN" sz="1800" dirty="0"/>
              <a:t>...</a:t>
            </a:r>
          </a:p>
          <a:p>
            <a:endParaRPr lang="en-US" altLang="zh-CN" sz="1800" dirty="0"/>
          </a:p>
          <a:p>
            <a:r>
              <a:rPr lang="zh-CN" altLang="en-US" sz="1800" dirty="0"/>
              <a:t>都做完之后，开机</a:t>
            </a:r>
            <a:r>
              <a:rPr lang="en-US" altLang="zh-CN" sz="1800" dirty="0"/>
              <a:t>ESC</a:t>
            </a:r>
            <a:r>
              <a:rPr lang="zh-CN" altLang="en-US" sz="1800" dirty="0"/>
              <a:t>进</a:t>
            </a:r>
            <a:r>
              <a:rPr lang="en-US" altLang="zh-CN" sz="1800" dirty="0" err="1"/>
              <a:t>bootcode</a:t>
            </a:r>
            <a:r>
              <a:rPr lang="zh-CN" altLang="en-US" sz="1800" dirty="0"/>
              <a:t>，</a:t>
            </a:r>
          </a:p>
          <a:p>
            <a:r>
              <a:rPr lang="en-US" altLang="zh-CN" sz="1800" dirty="0"/>
              <a:t>snapshot off(--&gt;</a:t>
            </a:r>
            <a:r>
              <a:rPr lang="zh-CN" altLang="en-US" sz="1800" dirty="0"/>
              <a:t>就可以空格键进</a:t>
            </a:r>
            <a:r>
              <a:rPr lang="en-US" altLang="zh-CN" sz="1800" dirty="0" err="1"/>
              <a:t>bootcode</a:t>
            </a:r>
            <a:r>
              <a:rPr lang="en-US" altLang="zh-CN" sz="1800" dirty="0"/>
              <a:t>)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5590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3477</TotalTime>
  <Words>889</Words>
  <Application>Microsoft Office PowerPoint</Application>
  <PresentationFormat>全屏显示(4:3)</PresentationFormat>
  <Paragraphs>162</Paragraphs>
  <Slides>20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Office 主题​​</vt:lpstr>
      <vt:lpstr>Visio</vt:lpstr>
      <vt:lpstr>MEMC TV SET入门</vt:lpstr>
      <vt:lpstr>outline</vt:lpstr>
      <vt:lpstr>PQL结构</vt:lpstr>
      <vt:lpstr>PQL结构</vt:lpstr>
      <vt:lpstr>PQL结构</vt:lpstr>
      <vt:lpstr>PQL结构</vt:lpstr>
      <vt:lpstr>Git操作相关 – project prepare</vt:lpstr>
      <vt:lpstr>Git操作相关– project prepare</vt:lpstr>
      <vt:lpstr>Git操作相关– Build Project</vt:lpstr>
      <vt:lpstr>Git操作相关– Build Project</vt:lpstr>
      <vt:lpstr>Git操作相关– Build Project</vt:lpstr>
      <vt:lpstr>Git操作相关– Build Project</vt:lpstr>
      <vt:lpstr>Git操作相关– Build Project</vt:lpstr>
      <vt:lpstr>Git操作相关– Build Project</vt:lpstr>
      <vt:lpstr>Git操作相关– Build Project</vt:lpstr>
      <vt:lpstr>Git操作相关– Build Project</vt:lpstr>
      <vt:lpstr>Git操作相关– Build Project</vt:lpstr>
      <vt:lpstr>Git操作相关– commit</vt:lpstr>
      <vt:lpstr>Burn epk &amp; pak</vt:lpstr>
      <vt:lpstr>Burn epk &amp; pak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MEMC TV SET入门</dc:title>
  <dc:creator>rs-sd</dc:creator>
  <cp:lastModifiedBy>lyman</cp:lastModifiedBy>
  <cp:revision>45</cp:revision>
  <dcterms:created xsi:type="dcterms:W3CDTF">2017-02-15T09:08:32Z</dcterms:created>
  <dcterms:modified xsi:type="dcterms:W3CDTF">2017-02-23T01:33:01Z</dcterms:modified>
</cp:coreProperties>
</file>